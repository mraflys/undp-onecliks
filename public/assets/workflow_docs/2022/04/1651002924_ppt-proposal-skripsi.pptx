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53" r:id="rId3"/>
  </p:sldMasterIdLst>
  <p:notesMasterIdLst>
    <p:notesMasterId r:id="rId27"/>
  </p:notesMasterIdLst>
  <p:sldIdLst>
    <p:sldId id="256" r:id="rId4"/>
    <p:sldId id="261" r:id="rId5"/>
    <p:sldId id="264" r:id="rId6"/>
    <p:sldId id="268" r:id="rId7"/>
    <p:sldId id="299" r:id="rId8"/>
    <p:sldId id="315" r:id="rId9"/>
    <p:sldId id="316" r:id="rId10"/>
    <p:sldId id="317" r:id="rId11"/>
    <p:sldId id="269" r:id="rId12"/>
    <p:sldId id="318" r:id="rId13"/>
    <p:sldId id="270" r:id="rId14"/>
    <p:sldId id="302" r:id="rId15"/>
    <p:sldId id="303" r:id="rId16"/>
    <p:sldId id="304" r:id="rId17"/>
    <p:sldId id="319" r:id="rId18"/>
    <p:sldId id="320" r:id="rId19"/>
    <p:sldId id="321" r:id="rId20"/>
    <p:sldId id="322" r:id="rId21"/>
    <p:sldId id="325" r:id="rId22"/>
    <p:sldId id="323" r:id="rId23"/>
    <p:sldId id="324" r:id="rId24"/>
    <p:sldId id="307" r:id="rId25"/>
    <p:sldId id="312" r:id="rId26"/>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4EA4E1E-5208-4EF1-B642-763FE5621194}">
          <p14:sldIdLst>
            <p14:sldId id="256"/>
            <p14:sldId id="261"/>
            <p14:sldId id="264"/>
            <p14:sldId id="268"/>
            <p14:sldId id="299"/>
            <p14:sldId id="315"/>
            <p14:sldId id="316"/>
            <p14:sldId id="317"/>
          </p14:sldIdLst>
        </p14:section>
        <p14:section name="Untitled Section" id="{A4393174-9269-4D29-BC94-16196C36773B}">
          <p14:sldIdLst>
            <p14:sldId id="269"/>
            <p14:sldId id="318"/>
            <p14:sldId id="270"/>
            <p14:sldId id="302"/>
            <p14:sldId id="303"/>
            <p14:sldId id="304"/>
            <p14:sldId id="319"/>
            <p14:sldId id="320"/>
            <p14:sldId id="321"/>
            <p14:sldId id="322"/>
            <p14:sldId id="325"/>
            <p14:sldId id="323"/>
            <p14:sldId id="324"/>
            <p14:sldId id="307"/>
            <p14:sldId id="312"/>
          </p14:sldIdLst>
        </p14:section>
      </p14:sectionLst>
    </p:ext>
    <p:ext uri="{EFAFB233-063F-42B5-8137-9DF3F51BA10A}">
      <p15:sldGuideLst xmlns:p15="http://schemas.microsoft.com/office/powerpoint/2012/main" xmlns="">
        <p15:guide id="1" orient="horz" pos="1393">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A40D"/>
    <a:srgbClr val="32AE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59" autoAdjust="0"/>
    <p:restoredTop sz="94622" autoAdjust="0"/>
  </p:normalViewPr>
  <p:slideViewPr>
    <p:cSldViewPr>
      <p:cViewPr>
        <p:scale>
          <a:sx n="157" d="100"/>
          <a:sy n="157" d="100"/>
        </p:scale>
        <p:origin x="-348" y="48"/>
      </p:cViewPr>
      <p:guideLst>
        <p:guide orient="horz" pos="1393"/>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82F2383-BE67-4260-8357-4A50A41C19F8}" type="datetimeFigureOut">
              <a:rPr lang="en-US" smtClean="0"/>
              <a:t>10/27/2021</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46B641-5104-44C2-B8AD-1E6CC58C856B}" type="slidenum">
              <a:rPr lang="en-US" smtClean="0"/>
              <a:t>‹#›</a:t>
            </a:fld>
            <a:endParaRPr lang="en-US"/>
          </a:p>
        </p:txBody>
      </p:sp>
    </p:spTree>
    <p:extLst>
      <p:ext uri="{BB962C8B-B14F-4D97-AF65-F5344CB8AC3E}">
        <p14:creationId xmlns:p14="http://schemas.microsoft.com/office/powerpoint/2010/main" val="542998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246B641-5104-44C2-B8AD-1E6CC58C856B}" type="slidenum">
              <a:rPr lang="en-US" smtClean="0"/>
              <a:t>9</a:t>
            </a:fld>
            <a:endParaRPr lang="en-US"/>
          </a:p>
        </p:txBody>
      </p:sp>
    </p:spTree>
    <p:extLst>
      <p:ext uri="{BB962C8B-B14F-4D97-AF65-F5344CB8AC3E}">
        <p14:creationId xmlns:p14="http://schemas.microsoft.com/office/powerpoint/2010/main" val="815691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246B641-5104-44C2-B8AD-1E6CC58C856B}" type="slidenum">
              <a:rPr lang="en-US" smtClean="0"/>
              <a:t>10</a:t>
            </a:fld>
            <a:endParaRPr lang="en-US"/>
          </a:p>
        </p:txBody>
      </p:sp>
    </p:spTree>
    <p:extLst>
      <p:ext uri="{BB962C8B-B14F-4D97-AF65-F5344CB8AC3E}">
        <p14:creationId xmlns:p14="http://schemas.microsoft.com/office/powerpoint/2010/main" val="815691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solidFill>
          <a:schemeClr val="accent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3851920" y="1794902"/>
            <a:ext cx="5292080" cy="1080121"/>
          </a:xfrm>
          <a:prstGeom prst="rect">
            <a:avLst/>
          </a:prstGeom>
        </p:spPr>
        <p:txBody>
          <a:bodyPr anchor="ctr"/>
          <a:lstStyle>
            <a:lvl1pPr marL="0" indent="0" algn="l">
              <a:lnSpc>
                <a:spcPct val="100000"/>
              </a:lnSpc>
              <a:buNone/>
              <a:defRPr b="0" baseline="0">
                <a:solidFill>
                  <a:schemeClr val="bg1"/>
                </a:solidFill>
                <a:latin typeface="+mj-lt"/>
                <a:cs typeface="Arial" pitchFamily="34" charset="0"/>
              </a:defRPr>
            </a:lvl1pPr>
          </a:lstStyle>
          <a:p>
            <a:r>
              <a:rPr lang="en-US" altLang="ko-KR" dirty="0">
                <a:ea typeface="맑은 고딕" pitchFamily="50" charset="-127"/>
              </a:rPr>
              <a:t>FREE </a:t>
            </a:r>
          </a:p>
          <a:p>
            <a:r>
              <a:rPr lang="en-US" altLang="ko-KR" dirty="0">
                <a:ea typeface="맑은 고딕" pitchFamily="50" charset="-127"/>
              </a:rPr>
              <a:t>PPT TEMPLATES</a:t>
            </a:r>
            <a:endParaRPr lang="en-US" altLang="ko-KR" dirty="0"/>
          </a:p>
        </p:txBody>
      </p:sp>
      <p:sp>
        <p:nvSpPr>
          <p:cNvPr id="11" name="Text Placeholder 9"/>
          <p:cNvSpPr>
            <a:spLocks noGrp="1"/>
          </p:cNvSpPr>
          <p:nvPr>
            <p:ph type="body" sz="quarter" idx="11" hasCustomPrompt="1"/>
          </p:nvPr>
        </p:nvSpPr>
        <p:spPr>
          <a:xfrm>
            <a:off x="3851772" y="2947030"/>
            <a:ext cx="5292080" cy="488816"/>
          </a:xfrm>
          <a:prstGeom prst="rect">
            <a:avLst/>
          </a:prstGeom>
        </p:spPr>
        <p:txBody>
          <a:bodyPr anchor="ctr"/>
          <a:lstStyle>
            <a:lvl1pPr marL="0" indent="0" algn="l">
              <a:buNone/>
              <a:defRPr sz="1400" b="0" baseline="0">
                <a:solidFill>
                  <a:schemeClr val="bg1"/>
                </a:solidFill>
                <a:latin typeface="+mn-lt"/>
                <a:cs typeface="Arial" pitchFamily="34" charset="0"/>
              </a:defRPr>
            </a:lvl1pPr>
          </a:lstStyle>
          <a:p>
            <a:pPr>
              <a:spcBef>
                <a:spcPts val="0"/>
              </a:spcBef>
              <a:defRPr/>
            </a:pPr>
            <a:r>
              <a:rPr lang="en-US" altLang="ko-KR" b="1" dirty="0"/>
              <a:t>INSERT THE TITLE </a:t>
            </a:r>
          </a:p>
          <a:p>
            <a:pPr>
              <a:spcBef>
                <a:spcPts val="0"/>
              </a:spcBef>
              <a:defRPr/>
            </a:pPr>
            <a:r>
              <a:rPr lang="en-US" altLang="ko-KR" b="1" dirty="0"/>
              <a:t>OF YOUR PRESENTATION HERE</a:t>
            </a:r>
            <a:endParaRPr lang="en-US" altLang="ko-KR" dirty="0"/>
          </a:p>
        </p:txBody>
      </p:sp>
      <p:pic>
        <p:nvPicPr>
          <p:cNvPr id="1026" name="Picture 2" descr="E:\002-KIMS BUSINESS\007-02-Fullslidesppt-Contents\20161228\02-edu\bulb-item.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52640" y="657349"/>
            <a:ext cx="1765300" cy="3917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2736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3572242"/>
            <a:ext cx="9144000" cy="576063"/>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Thank you</a:t>
            </a:r>
          </a:p>
        </p:txBody>
      </p:sp>
      <p:sp>
        <p:nvSpPr>
          <p:cNvPr id="11" name="Text Placeholder 9"/>
          <p:cNvSpPr>
            <a:spLocks noGrp="1"/>
          </p:cNvSpPr>
          <p:nvPr>
            <p:ph type="body" sz="quarter" idx="11" hasCustomPrompt="1"/>
          </p:nvPr>
        </p:nvSpPr>
        <p:spPr>
          <a:xfrm>
            <a:off x="-148" y="4148306"/>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4" name="Oval 3"/>
          <p:cNvSpPr/>
          <p:nvPr userDrawn="1"/>
        </p:nvSpPr>
        <p:spPr>
          <a:xfrm>
            <a:off x="3311860" y="737642"/>
            <a:ext cx="2520280" cy="25202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5" name="Picture 2" descr="E:\002-KIMS BUSINESS\007-02-Fullslidesppt-Contents\20161228\02-edu\bulb-item.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162351" y="1139211"/>
            <a:ext cx="819298" cy="1818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2477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6" name="Rectangle 5"/>
          <p:cNvSpPr/>
          <p:nvPr userDrawn="1"/>
        </p:nvSpPr>
        <p:spPr>
          <a:xfrm>
            <a:off x="-2604" y="0"/>
            <a:ext cx="158417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074" name="Picture 2" descr="E:\002-KIMS BUSINESS\007-02-Fullslidesppt-Contents\20161228\02-edu\bulb-item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484" y="938231"/>
            <a:ext cx="1584176" cy="3515958"/>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E:\002-KIMS BUSINESS\007-02-Fullslidesppt-Contents\20161228\02-edu\bulb-item.png"/>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r="50000"/>
          <a:stretch/>
        </p:blipFill>
        <p:spPr bwMode="auto">
          <a:xfrm>
            <a:off x="789484" y="938231"/>
            <a:ext cx="792088" cy="3515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5712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Layout">
    <p:spTree>
      <p:nvGrpSpPr>
        <p:cNvPr id="1" name=""/>
        <p:cNvGrpSpPr/>
        <p:nvPr/>
      </p:nvGrpSpPr>
      <p:grpSpPr>
        <a:xfrm>
          <a:off x="0" y="0"/>
          <a:ext cx="0" cy="0"/>
          <a:chOff x="0" y="0"/>
          <a:chExt cx="0" cy="0"/>
        </a:xfrm>
      </p:grpSpPr>
      <p:sp>
        <p:nvSpPr>
          <p:cNvPr id="6" name="Rectangle 5"/>
          <p:cNvSpPr/>
          <p:nvPr userDrawn="1"/>
        </p:nvSpPr>
        <p:spPr>
          <a:xfrm>
            <a:off x="-2604" y="0"/>
            <a:ext cx="158417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074" name="Picture 2" descr="E:\002-KIMS BUSINESS\007-02-Fullslidesppt-Contents\20161228\02-edu\bulb-item2.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16735" y="2931790"/>
            <a:ext cx="945499" cy="2098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5998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Basic Layout">
    <p:spTree>
      <p:nvGrpSpPr>
        <p:cNvPr id="1" name=""/>
        <p:cNvGrpSpPr/>
        <p:nvPr/>
      </p:nvGrpSpPr>
      <p:grpSpPr>
        <a:xfrm>
          <a:off x="0" y="0"/>
          <a:ext cx="0" cy="0"/>
          <a:chOff x="0" y="0"/>
          <a:chExt cx="0" cy="0"/>
        </a:xfrm>
      </p:grpSpPr>
      <p:sp>
        <p:nvSpPr>
          <p:cNvPr id="2" name="Rectangle 1"/>
          <p:cNvSpPr/>
          <p:nvPr userDrawn="1"/>
        </p:nvSpPr>
        <p:spPr>
          <a:xfrm>
            <a:off x="0" y="3399842"/>
            <a:ext cx="9144000" cy="17436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4" name="Oval 3"/>
          <p:cNvSpPr/>
          <p:nvPr userDrawn="1"/>
        </p:nvSpPr>
        <p:spPr>
          <a:xfrm>
            <a:off x="4043561" y="2859782"/>
            <a:ext cx="1080120" cy="1080120"/>
          </a:xfrm>
          <a:prstGeom prst="ellipse">
            <a:avLst/>
          </a:prstGeom>
          <a:solidFill>
            <a:schemeClr val="accent1"/>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5" name="Picture 2" descr="E:\002-KIMS BUSINESS\007-02-Fullslidesppt-Contents\20161228\02-edu\bulb-item.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8057" y="3010192"/>
            <a:ext cx="351128" cy="779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6867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4" name="Rectangle 3"/>
          <p:cNvSpPr/>
          <p:nvPr userDrawn="1"/>
        </p:nvSpPr>
        <p:spPr>
          <a:xfrm>
            <a:off x="0" y="4963500"/>
            <a:ext cx="91440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Rectangle 4"/>
          <p:cNvSpPr/>
          <p:nvPr userDrawn="1"/>
        </p:nvSpPr>
        <p:spPr>
          <a:xfrm>
            <a:off x="0" y="0"/>
            <a:ext cx="9144000"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12904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960850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s and Contents Layout">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143508" y="92609"/>
            <a:ext cx="8856984" cy="49582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solidFill>
                  <a:schemeClr val="bg1"/>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400" b="0" baseline="0">
                <a:solidFill>
                  <a:schemeClr val="bg1"/>
                </a:solidFill>
                <a:latin typeface="+mn-lt"/>
                <a:cs typeface="Arial" pitchFamily="34" charset="0"/>
              </a:defRPr>
            </a:lvl1pPr>
          </a:lstStyle>
          <a:p>
            <a:pPr lvl="0"/>
            <a:r>
              <a:rPr lang="en-US" altLang="ko-KR" dirty="0"/>
              <a:t>Insert the title of your subtitle Here</a:t>
            </a:r>
          </a:p>
        </p:txBody>
      </p:sp>
      <p:sp>
        <p:nvSpPr>
          <p:cNvPr id="6" name="Picture Placeholder 2"/>
          <p:cNvSpPr>
            <a:spLocks noGrp="1"/>
          </p:cNvSpPr>
          <p:nvPr>
            <p:ph type="pic" idx="12" hasCustomPrompt="1"/>
          </p:nvPr>
        </p:nvSpPr>
        <p:spPr>
          <a:xfrm>
            <a:off x="0" y="1347774"/>
            <a:ext cx="2160240" cy="187204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3" hasCustomPrompt="1"/>
          </p:nvPr>
        </p:nvSpPr>
        <p:spPr>
          <a:xfrm>
            <a:off x="2327920" y="1347774"/>
            <a:ext cx="2160240" cy="187204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4" hasCustomPrompt="1"/>
          </p:nvPr>
        </p:nvSpPr>
        <p:spPr>
          <a:xfrm>
            <a:off x="4655840" y="1347774"/>
            <a:ext cx="2160240" cy="187204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9" name="Picture Placeholder 2"/>
          <p:cNvSpPr>
            <a:spLocks noGrp="1"/>
          </p:cNvSpPr>
          <p:nvPr>
            <p:ph type="pic" idx="15" hasCustomPrompt="1"/>
          </p:nvPr>
        </p:nvSpPr>
        <p:spPr>
          <a:xfrm>
            <a:off x="6983760" y="1347774"/>
            <a:ext cx="2160240" cy="187204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Rectangle 2"/>
          <p:cNvSpPr/>
          <p:nvPr userDrawn="1"/>
        </p:nvSpPr>
        <p:spPr>
          <a:xfrm>
            <a:off x="0" y="3219822"/>
            <a:ext cx="2160000" cy="1584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Rectangle 11"/>
          <p:cNvSpPr/>
          <p:nvPr userDrawn="1"/>
        </p:nvSpPr>
        <p:spPr>
          <a:xfrm>
            <a:off x="2328000" y="3219822"/>
            <a:ext cx="2160000" cy="1584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Rectangle 12"/>
          <p:cNvSpPr/>
          <p:nvPr userDrawn="1"/>
        </p:nvSpPr>
        <p:spPr>
          <a:xfrm>
            <a:off x="4656000" y="3219822"/>
            <a:ext cx="2160000" cy="1584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Rectangle 13"/>
          <p:cNvSpPr/>
          <p:nvPr userDrawn="1"/>
        </p:nvSpPr>
        <p:spPr>
          <a:xfrm>
            <a:off x="6984000" y="3219822"/>
            <a:ext cx="2160000" cy="1584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615967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7" name="Rectangle 6"/>
          <p:cNvSpPr/>
          <p:nvPr userDrawn="1"/>
        </p:nvSpPr>
        <p:spPr>
          <a:xfrm>
            <a:off x="0" y="2932113"/>
            <a:ext cx="9144000" cy="2211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3" descr="D:\Fullppt\005-PNG이미지\노트북.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55776" y="1131590"/>
            <a:ext cx="7230270" cy="3677432"/>
          </a:xfrm>
          <a:prstGeom prst="rect">
            <a:avLst/>
          </a:prstGeom>
          <a:noFill/>
          <a:extLst>
            <a:ext uri="{909E8E84-426E-40DD-AFC4-6F175D3DCCD1}">
              <a14:hiddenFill xmlns:a14="http://schemas.microsoft.com/office/drawing/2010/main">
                <a:solidFill>
                  <a:srgbClr val="FFFFFF"/>
                </a:solidFill>
              </a14:hiddenFill>
            </a:ext>
          </a:extLst>
        </p:spPr>
      </p:pic>
      <p:sp>
        <p:nvSpPr>
          <p:cNvPr id="6" name="Picture Placeholder 2"/>
          <p:cNvSpPr>
            <a:spLocks noGrp="1"/>
          </p:cNvSpPr>
          <p:nvPr>
            <p:ph type="pic" idx="1" hasCustomPrompt="1"/>
          </p:nvPr>
        </p:nvSpPr>
        <p:spPr>
          <a:xfrm>
            <a:off x="4513480" y="1626257"/>
            <a:ext cx="3465217" cy="256260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Rectangle 2"/>
          <p:cNvSpPr/>
          <p:nvPr userDrawn="1"/>
        </p:nvSpPr>
        <p:spPr>
          <a:xfrm>
            <a:off x="467544" y="3363838"/>
            <a:ext cx="3024336" cy="100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326058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759754"/>
            <a:ext cx="9144000" cy="2211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pic>
        <p:nvPicPr>
          <p:cNvPr id="6" name="Picture 2" descr="D:\Fullppt\PNG이미지\핸드폰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023208" y="1042230"/>
            <a:ext cx="2869272" cy="3474631"/>
          </a:xfrm>
          <a:prstGeom prst="rect">
            <a:avLst/>
          </a:prstGeom>
          <a:noFill/>
          <a:extLst>
            <a:ext uri="{909E8E84-426E-40DD-AFC4-6F175D3DCCD1}">
              <a14:hiddenFill xmlns:a14="http://schemas.microsoft.com/office/drawing/2010/main">
                <a:solidFill>
                  <a:srgbClr val="FFFFFF"/>
                </a:solidFill>
              </a14:hiddenFill>
            </a:ext>
          </a:extLst>
        </p:spPr>
      </p:pic>
      <p:sp>
        <p:nvSpPr>
          <p:cNvPr id="7" name="Picture Placeholder 2"/>
          <p:cNvSpPr>
            <a:spLocks noGrp="1"/>
          </p:cNvSpPr>
          <p:nvPr>
            <p:ph type="pic" idx="1" hasCustomPrompt="1"/>
          </p:nvPr>
        </p:nvSpPr>
        <p:spPr>
          <a:xfrm>
            <a:off x="7380312" y="1175233"/>
            <a:ext cx="1008112" cy="255610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9" name="Picture Placeholder 2"/>
          <p:cNvSpPr>
            <a:spLocks noGrp="1"/>
          </p:cNvSpPr>
          <p:nvPr>
            <p:ph type="pic" idx="12" hasCustomPrompt="1"/>
          </p:nvPr>
        </p:nvSpPr>
        <p:spPr>
          <a:xfrm>
            <a:off x="5643269" y="1261134"/>
            <a:ext cx="1654766" cy="255610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700137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0" y="-1"/>
            <a:ext cx="3059832" cy="514350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 name="Rectangle 1"/>
          <p:cNvSpPr/>
          <p:nvPr userDrawn="1"/>
        </p:nvSpPr>
        <p:spPr>
          <a:xfrm>
            <a:off x="4860032" y="0"/>
            <a:ext cx="36000"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Rectangle 2"/>
          <p:cNvSpPr/>
          <p:nvPr userDrawn="1"/>
        </p:nvSpPr>
        <p:spPr>
          <a:xfrm>
            <a:off x="4896032" y="1311750"/>
            <a:ext cx="180000" cy="25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934402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Images and Contents Layout">
    <p:bg>
      <p:bgPr>
        <a:solidFill>
          <a:schemeClr val="accent1"/>
        </a:solidFill>
        <a:effectLst/>
      </p:bgPr>
    </p:bg>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0" y="-1"/>
            <a:ext cx="9144000" cy="307657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3950635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3131840" y="181632"/>
            <a:ext cx="6012160"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3131840" y="757696"/>
            <a:ext cx="6012160"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Picture Placeholder 2"/>
          <p:cNvSpPr>
            <a:spLocks noGrp="1"/>
          </p:cNvSpPr>
          <p:nvPr>
            <p:ph type="pic" idx="1" hasCustomPrompt="1"/>
          </p:nvPr>
        </p:nvSpPr>
        <p:spPr>
          <a:xfrm>
            <a:off x="0" y="-1"/>
            <a:ext cx="3059832" cy="514350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2" hasCustomPrompt="1"/>
          </p:nvPr>
        </p:nvSpPr>
        <p:spPr>
          <a:xfrm>
            <a:off x="3146470" y="1131590"/>
            <a:ext cx="3059832" cy="401191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988877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5" name="Rectangle 4"/>
          <p:cNvSpPr/>
          <p:nvPr userDrawn="1"/>
        </p:nvSpPr>
        <p:spPr>
          <a:xfrm>
            <a:off x="0" y="411510"/>
            <a:ext cx="6444208" cy="43204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6" name="Picture Placeholder 2"/>
          <p:cNvSpPr>
            <a:spLocks noGrp="1"/>
          </p:cNvSpPr>
          <p:nvPr>
            <p:ph type="pic" idx="1" hasCustomPrompt="1"/>
          </p:nvPr>
        </p:nvSpPr>
        <p:spPr>
          <a:xfrm>
            <a:off x="135622" y="195487"/>
            <a:ext cx="1944216" cy="475252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0" hasCustomPrompt="1"/>
          </p:nvPr>
        </p:nvSpPr>
        <p:spPr>
          <a:xfrm>
            <a:off x="2223854" y="195487"/>
            <a:ext cx="1944216" cy="475252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312086" y="195487"/>
            <a:ext cx="1944216" cy="475252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7421378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Images and Contents Layout">
    <p:bg>
      <p:bgPr>
        <a:solidFill>
          <a:schemeClr val="accent1"/>
        </a:solidFill>
        <a:effectLst/>
      </p:bgPr>
    </p:bg>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6444208" y="267494"/>
            <a:ext cx="2160000" cy="2160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0" hasCustomPrompt="1"/>
          </p:nvPr>
        </p:nvSpPr>
        <p:spPr>
          <a:xfrm>
            <a:off x="6444208" y="2715766"/>
            <a:ext cx="2160000" cy="2160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1" hasCustomPrompt="1"/>
          </p:nvPr>
        </p:nvSpPr>
        <p:spPr>
          <a:xfrm>
            <a:off x="3986213" y="267494"/>
            <a:ext cx="2160000" cy="2160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2" hasCustomPrompt="1"/>
          </p:nvPr>
        </p:nvSpPr>
        <p:spPr>
          <a:xfrm>
            <a:off x="3986213" y="2715766"/>
            <a:ext cx="2160000" cy="2160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2093977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395536" y="3291830"/>
            <a:ext cx="8748464"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395536" y="3867894"/>
            <a:ext cx="8748464"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4963500"/>
            <a:ext cx="91440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Rectangle 5"/>
          <p:cNvSpPr/>
          <p:nvPr userDrawn="1"/>
        </p:nvSpPr>
        <p:spPr>
          <a:xfrm>
            <a:off x="0" y="0"/>
            <a:ext cx="9144000"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Picture Placeholder 2"/>
          <p:cNvSpPr>
            <a:spLocks noGrp="1"/>
          </p:cNvSpPr>
          <p:nvPr>
            <p:ph type="pic" idx="12" hasCustomPrompt="1"/>
          </p:nvPr>
        </p:nvSpPr>
        <p:spPr>
          <a:xfrm>
            <a:off x="467544" y="339502"/>
            <a:ext cx="3312128" cy="2808072"/>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3" hasCustomPrompt="1"/>
          </p:nvPr>
        </p:nvSpPr>
        <p:spPr>
          <a:xfrm>
            <a:off x="3995936" y="339502"/>
            <a:ext cx="4680520" cy="133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9" name="Picture Placeholder 2"/>
          <p:cNvSpPr>
            <a:spLocks noGrp="1"/>
          </p:cNvSpPr>
          <p:nvPr>
            <p:ph type="pic" idx="14" hasCustomPrompt="1"/>
          </p:nvPr>
        </p:nvSpPr>
        <p:spPr>
          <a:xfrm>
            <a:off x="3995936" y="1815574"/>
            <a:ext cx="1440000" cy="133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2" name="Picture Placeholder 2"/>
          <p:cNvSpPr>
            <a:spLocks noGrp="1"/>
          </p:cNvSpPr>
          <p:nvPr>
            <p:ph type="pic" idx="15" hasCustomPrompt="1"/>
          </p:nvPr>
        </p:nvSpPr>
        <p:spPr>
          <a:xfrm>
            <a:off x="5616196" y="1815574"/>
            <a:ext cx="1440000" cy="133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3" name="Picture Placeholder 2"/>
          <p:cNvSpPr>
            <a:spLocks noGrp="1"/>
          </p:cNvSpPr>
          <p:nvPr>
            <p:ph type="pic" idx="16" hasCustomPrompt="1"/>
          </p:nvPr>
        </p:nvSpPr>
        <p:spPr>
          <a:xfrm>
            <a:off x="7236456" y="1815574"/>
            <a:ext cx="1440000" cy="133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6524261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hapes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242646" y="92609"/>
            <a:ext cx="8679898" cy="543185"/>
          </a:xfrm>
          <a:prstGeom prst="rect">
            <a:avLst/>
          </a:prstGeom>
        </p:spPr>
        <p:txBody>
          <a:bodyPr anchor="ctr"/>
          <a:lstStyle>
            <a:lvl1pPr marL="0" indent="0" algn="ctr">
              <a:buNone/>
              <a:defRPr sz="4050" b="0" baseline="0">
                <a:solidFill>
                  <a:schemeClr val="tx1">
                    <a:lumMod val="85000"/>
                    <a:lumOff val="15000"/>
                  </a:schemeClr>
                </a:solidFill>
                <a:latin typeface="+mj-lt"/>
                <a:cs typeface="Arial" pitchFamily="34" charset="0"/>
              </a:defRPr>
            </a:lvl1pPr>
          </a:lstStyle>
          <a:p>
            <a:r>
              <a:rPr lang="en-US" altLang="ko-KR" dirty="0"/>
              <a:t>Fully Editable Shapes</a:t>
            </a:r>
          </a:p>
        </p:txBody>
      </p:sp>
    </p:spTree>
    <p:extLst>
      <p:ext uri="{BB962C8B-B14F-4D97-AF65-F5344CB8AC3E}">
        <p14:creationId xmlns:p14="http://schemas.microsoft.com/office/powerpoint/2010/main" val="31069092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ICON SETS LAYOUT</a:t>
            </a:r>
          </a:p>
        </p:txBody>
      </p:sp>
      <p:sp>
        <p:nvSpPr>
          <p:cNvPr id="11" name="Rounded Rectangle 10"/>
          <p:cNvSpPr/>
          <p:nvPr userDrawn="1"/>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 name="Rounded Rectangle 16"/>
          <p:cNvSpPr/>
          <p:nvPr userDrawn="1"/>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8" name="Half Frame 17"/>
          <p:cNvSpPr/>
          <p:nvPr userDrawn="1"/>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7381822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Break Layout">
    <p:spTree>
      <p:nvGrpSpPr>
        <p:cNvPr id="1" name=""/>
        <p:cNvGrpSpPr/>
        <p:nvPr/>
      </p:nvGrpSpPr>
      <p:grpSpPr>
        <a:xfrm>
          <a:off x="0" y="0"/>
          <a:ext cx="0" cy="0"/>
          <a:chOff x="0" y="0"/>
          <a:chExt cx="0" cy="0"/>
        </a:xfrm>
      </p:grpSpPr>
      <p:sp>
        <p:nvSpPr>
          <p:cNvPr id="3" name="Rectangle 2"/>
          <p:cNvSpPr/>
          <p:nvPr userDrawn="1"/>
        </p:nvSpPr>
        <p:spPr>
          <a:xfrm>
            <a:off x="0" y="2571750"/>
            <a:ext cx="9144000" cy="25717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Rectangle 1"/>
          <p:cNvSpPr/>
          <p:nvPr userDrawn="1"/>
        </p:nvSpPr>
        <p:spPr>
          <a:xfrm>
            <a:off x="2116108" y="843558"/>
            <a:ext cx="4896544" cy="34563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 name="Rectangle 4"/>
          <p:cNvSpPr/>
          <p:nvPr userDrawn="1"/>
        </p:nvSpPr>
        <p:spPr>
          <a:xfrm>
            <a:off x="2116108" y="0"/>
            <a:ext cx="4896544" cy="1954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Rectangle 5"/>
          <p:cNvSpPr/>
          <p:nvPr userDrawn="1"/>
        </p:nvSpPr>
        <p:spPr>
          <a:xfrm>
            <a:off x="2116108" y="4948014"/>
            <a:ext cx="4896544" cy="1954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2116108" y="3049518"/>
            <a:ext cx="4896544" cy="576064"/>
          </a:xfrm>
          <a:prstGeom prst="rect">
            <a:avLst/>
          </a:prstGeom>
        </p:spPr>
        <p:txBody>
          <a:bodyPr anchor="ctr"/>
          <a:lstStyle>
            <a:lvl1pPr marL="0" indent="0" algn="ctr">
              <a:buNone/>
              <a:defRPr sz="3600" b="0" baseline="0">
                <a:solidFill>
                  <a:schemeClr val="bg1"/>
                </a:solidFill>
                <a:latin typeface="+mj-lt"/>
                <a:cs typeface="Arial" pitchFamily="34" charset="0"/>
              </a:defRPr>
            </a:lvl1pPr>
          </a:lstStyle>
          <a:p>
            <a:pPr lvl="0"/>
            <a:r>
              <a:rPr lang="en-US" altLang="ko-KR" dirty="0"/>
              <a:t>SECTION BREAK</a:t>
            </a:r>
          </a:p>
        </p:txBody>
      </p:sp>
      <p:sp>
        <p:nvSpPr>
          <p:cNvPr id="11" name="Text Placeholder 9"/>
          <p:cNvSpPr>
            <a:spLocks noGrp="1"/>
          </p:cNvSpPr>
          <p:nvPr>
            <p:ph type="body" sz="quarter" idx="11" hasCustomPrompt="1"/>
          </p:nvPr>
        </p:nvSpPr>
        <p:spPr>
          <a:xfrm>
            <a:off x="2116108" y="3625582"/>
            <a:ext cx="4896544" cy="288032"/>
          </a:xfrm>
          <a:prstGeom prst="rect">
            <a:avLst/>
          </a:prstGeom>
        </p:spPr>
        <p:txBody>
          <a:bodyPr anchor="ctr"/>
          <a:lstStyle>
            <a:lvl1pPr marL="0" indent="0" algn="ctr">
              <a:buNone/>
              <a:defRPr sz="1400" b="0" baseline="0">
                <a:solidFill>
                  <a:schemeClr val="bg1"/>
                </a:solidFill>
                <a:latin typeface="+mn-lt"/>
                <a:cs typeface="Arial" pitchFamily="34" charset="0"/>
              </a:defRPr>
            </a:lvl1pPr>
          </a:lstStyle>
          <a:p>
            <a:pPr lvl="0"/>
            <a:r>
              <a:rPr lang="en-US" altLang="ko-KR" dirty="0"/>
              <a:t>Insert the title of your subtitle Here</a:t>
            </a:r>
          </a:p>
        </p:txBody>
      </p:sp>
      <p:pic>
        <p:nvPicPr>
          <p:cNvPr id="2050" name="Picture 2" descr="E:\002-KIMS BUSINESS\007-02-Fullslidesppt-Contents\20161228\02-edu\bulb-item.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flipH="1">
            <a:off x="4155985" y="1156325"/>
            <a:ext cx="816788" cy="1812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82354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theme" Target="../theme/theme2.xml"/><Relationship Id="rId2" Type="http://schemas.openxmlformats.org/officeDocument/2006/relationships/slideLayout" Target="../slideLayouts/slideLayout4.xml"/><Relationship Id="rId16" Type="http://schemas.openxmlformats.org/officeDocument/2006/relationships/slideLayout" Target="../slideLayouts/slideLayout18.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6683050"/>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555548"/>
      </p:ext>
    </p:extLst>
  </p:cSld>
  <p:clrMap bg1="lt1" tx1="dk1" bg2="lt2" tx2="dk2" accent1="accent1" accent2="accent2" accent3="accent3" accent4="accent4" accent5="accent5" accent6="accent6" hlink="hlink" folHlink="folHlink"/>
  <p:sldLayoutIdLst>
    <p:sldLayoutId id="2147483659" r:id="rId1"/>
    <p:sldLayoutId id="2147483672" r:id="rId2"/>
    <p:sldLayoutId id="2147483670" r:id="rId3"/>
    <p:sldLayoutId id="2147483652" r:id="rId4"/>
    <p:sldLayoutId id="2147483671" r:id="rId5"/>
    <p:sldLayoutId id="2147483655" r:id="rId6"/>
    <p:sldLayoutId id="2147483662" r:id="rId7"/>
    <p:sldLayoutId id="2147483663" r:id="rId8"/>
    <p:sldLayoutId id="2147483665" r:id="rId9"/>
    <p:sldLayoutId id="2147483666" r:id="rId10"/>
    <p:sldLayoutId id="2147483667" r:id="rId11"/>
    <p:sldLayoutId id="2147483664" r:id="rId12"/>
    <p:sldLayoutId id="2147483668" r:id="rId13"/>
    <p:sldLayoutId id="2147483669" r:id="rId14"/>
    <p:sldLayoutId id="2147483673" r:id="rId15"/>
    <p:sldLayoutId id="2147483656" r:id="rId16"/>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4710703"/>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 Id="rId5" Type="http://schemas.openxmlformats.org/officeDocument/2006/relationships/image" Target="../media/image11.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21.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3419872" y="1221753"/>
            <a:ext cx="5292080" cy="1381489"/>
          </a:xfrm>
        </p:spPr>
        <p:txBody>
          <a:bodyPr/>
          <a:lstStyle/>
          <a:p>
            <a:r>
              <a:rPr lang="en-US" altLang="ko-KR" sz="2000" b="1" dirty="0" smtClean="0">
                <a:ea typeface="맑은 고딕" pitchFamily="50" charset="-127"/>
              </a:rPr>
              <a:t>STUDI </a:t>
            </a:r>
            <a:r>
              <a:rPr lang="en-US" altLang="ko-KR" sz="2000" b="1" dirty="0">
                <a:ea typeface="맑은 고딕" pitchFamily="50" charset="-127"/>
              </a:rPr>
              <a:t>PERENCANAAN PLTS SISTEM OFF GRID PADA SEKOLAH AL-HUDA ISLAMIC EDUCATION CENTRE </a:t>
            </a:r>
            <a:endParaRPr lang="en-US" altLang="ko-KR" sz="2000" b="1" dirty="0">
              <a:ea typeface="맑은 고딕" pitchFamily="50" charset="-127"/>
            </a:endParaRPr>
          </a:p>
        </p:txBody>
      </p:sp>
      <p:pic>
        <p:nvPicPr>
          <p:cNvPr id="1026" name="Picture 2" descr="Berkas:LOGO IT PLN.png - Wikipedia bahasa Indonesia, ensiklopedia beba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45122" y="267494"/>
            <a:ext cx="2652737" cy="99477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5" name="Text Placeholder 2"/>
          <p:cNvSpPr>
            <a:spLocks noGrp="1"/>
          </p:cNvSpPr>
          <p:nvPr>
            <p:ph type="body" sz="quarter" idx="10"/>
          </p:nvPr>
        </p:nvSpPr>
        <p:spPr>
          <a:xfrm>
            <a:off x="2627784" y="2931790"/>
            <a:ext cx="5292080" cy="1080121"/>
          </a:xfrm>
        </p:spPr>
        <p:txBody>
          <a:bodyPr/>
          <a:lstStyle/>
          <a:p>
            <a:r>
              <a:rPr lang="en-US" altLang="ko-KR" sz="3600" dirty="0" smtClean="0">
                <a:ea typeface="맑은 고딕" pitchFamily="50" charset="-127"/>
              </a:rPr>
              <a:t> </a:t>
            </a:r>
          </a:p>
          <a:p>
            <a:pPr lvl="0" algn="ctr" latinLnBrk="0">
              <a:spcBef>
                <a:spcPts val="0"/>
              </a:spcBef>
            </a:pPr>
            <a:endParaRPr lang="en-US" sz="1400" b="1" dirty="0" smtClean="0">
              <a:latin typeface="Arial" panose="020B0604020202020204" pitchFamily="34" charset="0"/>
            </a:endParaRPr>
          </a:p>
          <a:p>
            <a:pPr lvl="0" algn="ctr" latinLnBrk="0">
              <a:spcBef>
                <a:spcPts val="0"/>
              </a:spcBef>
            </a:pPr>
            <a:r>
              <a:rPr lang="en-US" sz="1400" b="1" dirty="0" smtClean="0">
                <a:latin typeface="Arial" panose="020B0604020202020204" pitchFamily="34" charset="0"/>
              </a:rPr>
              <a:t>MUHAMMAD ALVIE HERDIANSYAH </a:t>
            </a:r>
            <a:endParaRPr lang="en-US" sz="1400" b="1" dirty="0">
              <a:latin typeface="Arial" panose="020B0604020202020204" pitchFamily="34" charset="0"/>
            </a:endParaRPr>
          </a:p>
          <a:p>
            <a:pPr lvl="0" algn="ctr" latinLnBrk="0">
              <a:spcBef>
                <a:spcPts val="0"/>
              </a:spcBef>
            </a:pPr>
            <a:r>
              <a:rPr lang="en-US" sz="1400" b="1" dirty="0" smtClean="0">
                <a:latin typeface="Arial" panose="020B0604020202020204" pitchFamily="34" charset="0"/>
              </a:rPr>
              <a:t>201711146</a:t>
            </a:r>
            <a:endParaRPr lang="en-US" sz="1400" b="1" dirty="0">
              <a:latin typeface="Arial" panose="020B0604020202020204" pitchFamily="34" charset="0"/>
            </a:endParaRPr>
          </a:p>
          <a:p>
            <a:pPr lvl="0" algn="ctr" latinLnBrk="0">
              <a:spcBef>
                <a:spcPts val="0"/>
              </a:spcBef>
            </a:pPr>
            <a:r>
              <a:rPr lang="en-US" sz="1400" b="1" dirty="0">
                <a:latin typeface="Arial" panose="020B0604020202020204" pitchFamily="34" charset="0"/>
              </a:rPr>
              <a:t>S1 TEKNIK ELEKTRO</a:t>
            </a:r>
          </a:p>
          <a:p>
            <a:pPr lvl="0" algn="ctr" latinLnBrk="0">
              <a:spcBef>
                <a:spcPts val="0"/>
              </a:spcBef>
            </a:pPr>
            <a:r>
              <a:rPr lang="en-US" sz="1400" b="1" dirty="0">
                <a:latin typeface="Arial" panose="020B0604020202020204" pitchFamily="34" charset="0"/>
              </a:rPr>
              <a:t>FAKULTAS KETENAGALISTRIKAN DAN ENERGI TERBARUKAN</a:t>
            </a:r>
          </a:p>
          <a:p>
            <a:pPr lvl="0" algn="ctr" latinLnBrk="0">
              <a:spcBef>
                <a:spcPts val="0"/>
              </a:spcBef>
            </a:pPr>
            <a:r>
              <a:rPr lang="en-US" sz="1400" b="1" dirty="0">
                <a:latin typeface="Arial" panose="020B0604020202020204" pitchFamily="34" charset="0"/>
              </a:rPr>
              <a:t>INSTITUT TEKNOLOGI PLN</a:t>
            </a:r>
          </a:p>
          <a:p>
            <a:pPr lvl="0" algn="ctr" latinLnBrk="0">
              <a:spcBef>
                <a:spcPts val="0"/>
              </a:spcBef>
            </a:pPr>
            <a:r>
              <a:rPr lang="en-US" sz="1400" b="1" dirty="0">
                <a:latin typeface="Arial" panose="020B0604020202020204" pitchFamily="34" charset="0"/>
              </a:rPr>
              <a:t>JAKARTA 2021</a:t>
            </a:r>
          </a:p>
          <a:p>
            <a:pPr lvl="0" algn="ctr" latinLnBrk="0">
              <a:spcBef>
                <a:spcPts val="0"/>
              </a:spcBef>
            </a:pPr>
            <a:endParaRPr lang="en-US" sz="1400" b="1" dirty="0">
              <a:latin typeface="Arial" panose="020B0604020202020204" pitchFamily="34" charset="0"/>
            </a:endParaRPr>
          </a:p>
          <a:p>
            <a:pPr lvl="0" algn="ctr" latinLnBrk="0">
              <a:spcBef>
                <a:spcPts val="0"/>
              </a:spcBef>
            </a:pPr>
            <a:r>
              <a:rPr lang="en-US" sz="1400" b="1" dirty="0" err="1">
                <a:latin typeface="Arial" panose="020B0604020202020204" pitchFamily="34" charset="0"/>
              </a:rPr>
              <a:t>Dosen</a:t>
            </a:r>
            <a:r>
              <a:rPr lang="en-US" sz="1400" b="1" dirty="0">
                <a:latin typeface="Arial" panose="020B0604020202020204" pitchFamily="34" charset="0"/>
              </a:rPr>
              <a:t> </a:t>
            </a:r>
            <a:r>
              <a:rPr lang="en-US" sz="1400" b="1" dirty="0" err="1">
                <a:latin typeface="Arial" panose="020B0604020202020204" pitchFamily="34" charset="0"/>
              </a:rPr>
              <a:t>Pembimbing</a:t>
            </a:r>
            <a:r>
              <a:rPr lang="en-US" sz="1400" b="1" dirty="0">
                <a:latin typeface="Arial" panose="020B0604020202020204" pitchFamily="34" charset="0"/>
              </a:rPr>
              <a:t> </a:t>
            </a:r>
            <a:r>
              <a:rPr lang="en-US" sz="1400" b="1" dirty="0" smtClean="0">
                <a:latin typeface="Arial" panose="020B0604020202020204" pitchFamily="34" charset="0"/>
              </a:rPr>
              <a:t>: </a:t>
            </a:r>
            <a:r>
              <a:rPr lang="en-US" sz="1400" b="1" dirty="0" err="1" smtClean="0">
                <a:latin typeface="Arial" panose="020B0604020202020204" pitchFamily="34" charset="0"/>
              </a:rPr>
              <a:t>Erlina</a:t>
            </a:r>
            <a:r>
              <a:rPr lang="en-US" sz="1400" b="1" dirty="0" smtClean="0">
                <a:latin typeface="Arial" panose="020B0604020202020204" pitchFamily="34" charset="0"/>
              </a:rPr>
              <a:t> , </a:t>
            </a:r>
            <a:r>
              <a:rPr lang="en-US" sz="1400" b="1" dirty="0" smtClean="0">
                <a:latin typeface="Arial" panose="020B0604020202020204" pitchFamily="34" charset="0"/>
              </a:rPr>
              <a:t>S.T., </a:t>
            </a:r>
            <a:r>
              <a:rPr lang="en-US" sz="1400" b="1" dirty="0">
                <a:latin typeface="Arial" panose="020B0604020202020204" pitchFamily="34" charset="0"/>
              </a:rPr>
              <a:t>M.T</a:t>
            </a:r>
            <a:endParaRPr lang="en-ID" sz="1400" b="1" dirty="0">
              <a:latin typeface="Arial" panose="020B0604020202020204" pitchFamily="34" charset="0"/>
            </a:endParaRPr>
          </a:p>
          <a:p>
            <a:endParaRPr lang="en-US" altLang="ko-KR" sz="1000" dirty="0"/>
          </a:p>
        </p:txBody>
      </p:sp>
    </p:spTree>
    <p:extLst>
      <p:ext uri="{BB962C8B-B14F-4D97-AF65-F5344CB8AC3E}">
        <p14:creationId xmlns:p14="http://schemas.microsoft.com/office/powerpoint/2010/main" val="2971841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a:xfrm>
            <a:off x="1979712" y="345944"/>
            <a:ext cx="6588224" cy="576064"/>
          </a:xfrm>
          <a:prstGeom prst="rect">
            <a:avLst/>
          </a:prstGeom>
        </p:spPr>
        <p:txBody>
          <a:bodyPr anchor="ctr"/>
          <a:lstStyle>
            <a:lvl1pPr algn="ctr" defTabSz="914400" rtl="0" eaLnBrk="1" latinLnBrk="1" hangingPunct="1">
              <a:spcBef>
                <a:spcPct val="0"/>
              </a:spcBef>
              <a:buNone/>
              <a:defRPr sz="4400" kern="1200">
                <a:solidFill>
                  <a:schemeClr val="tx1"/>
                </a:solidFill>
                <a:latin typeface="+mj-lt"/>
                <a:ea typeface="+mj-ea"/>
                <a:cs typeface="+mj-cs"/>
              </a:defRPr>
            </a:lvl1pPr>
          </a:lstStyle>
          <a:p>
            <a:pPr algn="l"/>
            <a:r>
              <a:rPr lang="en-US" sz="2800" dirty="0" smtClean="0">
                <a:cs typeface="Arial" pitchFamily="34" charset="0"/>
              </a:rPr>
              <a:t>OUTLINE </a:t>
            </a:r>
            <a:endParaRPr lang="en-US" sz="2800" dirty="0">
              <a:cs typeface="Arial" pitchFamily="34" charset="0"/>
            </a:endParaRPr>
          </a:p>
        </p:txBody>
      </p:sp>
      <p:grpSp>
        <p:nvGrpSpPr>
          <p:cNvPr id="6" name="Group 5"/>
          <p:cNvGrpSpPr/>
          <p:nvPr/>
        </p:nvGrpSpPr>
        <p:grpSpPr>
          <a:xfrm>
            <a:off x="3131840" y="1275606"/>
            <a:ext cx="5256584" cy="720000"/>
            <a:chOff x="3131840" y="1491630"/>
            <a:chExt cx="5256584" cy="576064"/>
          </a:xfrm>
        </p:grpSpPr>
        <p:sp>
          <p:nvSpPr>
            <p:cNvPr id="2" name="Rectangle 1"/>
            <p:cNvSpPr/>
            <p:nvPr/>
          </p:nvSpPr>
          <p:spPr>
            <a:xfrm>
              <a:off x="3131840" y="1491630"/>
              <a:ext cx="5256584" cy="576064"/>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5" name="Right Triangle 4"/>
            <p:cNvSpPr/>
            <p:nvPr/>
          </p:nvSpPr>
          <p:spPr>
            <a:xfrm rot="5400000">
              <a:off x="3203840" y="1419630"/>
              <a:ext cx="576000" cy="720000"/>
            </a:xfrm>
            <a:prstGeom prst="rtTriangle">
              <a:avLst/>
            </a:prstGeom>
            <a:solidFill>
              <a:schemeClr val="accent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grpSp>
        <p:nvGrpSpPr>
          <p:cNvPr id="17" name="Group 16"/>
          <p:cNvGrpSpPr/>
          <p:nvPr/>
        </p:nvGrpSpPr>
        <p:grpSpPr>
          <a:xfrm>
            <a:off x="3095966" y="2335327"/>
            <a:ext cx="5256584" cy="720000"/>
            <a:chOff x="3131840" y="1491630"/>
            <a:chExt cx="5256584" cy="576064"/>
          </a:xfrm>
        </p:grpSpPr>
        <p:sp>
          <p:nvSpPr>
            <p:cNvPr id="18" name="Rectangle 17"/>
            <p:cNvSpPr/>
            <p:nvPr/>
          </p:nvSpPr>
          <p:spPr>
            <a:xfrm>
              <a:off x="3131840" y="1491630"/>
              <a:ext cx="5256584" cy="576064"/>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9" name="Right Triangle 18"/>
            <p:cNvSpPr/>
            <p:nvPr/>
          </p:nvSpPr>
          <p:spPr>
            <a:xfrm rot="5400000">
              <a:off x="3203840" y="1419630"/>
              <a:ext cx="576000" cy="720000"/>
            </a:xfrm>
            <a:prstGeom prst="rtTriangle">
              <a:avLst/>
            </a:prstGeom>
            <a:solidFill>
              <a:schemeClr val="accent3"/>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20" name="Group 19"/>
          <p:cNvGrpSpPr/>
          <p:nvPr/>
        </p:nvGrpSpPr>
        <p:grpSpPr>
          <a:xfrm>
            <a:off x="3108820" y="3355640"/>
            <a:ext cx="5256584" cy="720000"/>
            <a:chOff x="3131840" y="1491630"/>
            <a:chExt cx="5256584" cy="576064"/>
          </a:xfrm>
        </p:grpSpPr>
        <p:sp>
          <p:nvSpPr>
            <p:cNvPr id="21" name="Rectangle 20"/>
            <p:cNvSpPr/>
            <p:nvPr/>
          </p:nvSpPr>
          <p:spPr>
            <a:xfrm>
              <a:off x="3131840" y="1491630"/>
              <a:ext cx="5256584" cy="576064"/>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2" name="Right Triangle 21"/>
            <p:cNvSpPr/>
            <p:nvPr/>
          </p:nvSpPr>
          <p:spPr>
            <a:xfrm rot="5400000">
              <a:off x="3203840" y="1419630"/>
              <a:ext cx="576000" cy="720000"/>
            </a:xfrm>
            <a:prstGeom prst="rtTriangle">
              <a:avLst/>
            </a:prstGeom>
            <a:solidFill>
              <a:schemeClr val="accent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sp>
        <p:nvSpPr>
          <p:cNvPr id="26" name="TextBox 25"/>
          <p:cNvSpPr txBox="1"/>
          <p:nvPr/>
        </p:nvSpPr>
        <p:spPr>
          <a:xfrm>
            <a:off x="3131840" y="1275606"/>
            <a:ext cx="533164" cy="400110"/>
          </a:xfrm>
          <a:prstGeom prst="rect">
            <a:avLst/>
          </a:prstGeom>
          <a:noFill/>
        </p:spPr>
        <p:txBody>
          <a:bodyPr wrap="square" rtlCol="0">
            <a:spAutoFit/>
          </a:bodyPr>
          <a:lstStyle/>
          <a:p>
            <a:r>
              <a:rPr lang="en-US" altLang="ko-KR" sz="2000" b="1" dirty="0">
                <a:solidFill>
                  <a:schemeClr val="bg1"/>
                </a:solidFill>
                <a:cs typeface="Arial" pitchFamily="34" charset="0"/>
              </a:rPr>
              <a:t>01</a:t>
            </a:r>
            <a:endParaRPr lang="ko-KR" altLang="en-US" sz="2000" b="1" dirty="0">
              <a:solidFill>
                <a:schemeClr val="bg1"/>
              </a:solidFill>
              <a:cs typeface="Arial" pitchFamily="34" charset="0"/>
            </a:endParaRPr>
          </a:p>
        </p:txBody>
      </p:sp>
      <p:sp>
        <p:nvSpPr>
          <p:cNvPr id="27" name="TextBox 26"/>
          <p:cNvSpPr txBox="1"/>
          <p:nvPr/>
        </p:nvSpPr>
        <p:spPr>
          <a:xfrm>
            <a:off x="3120330" y="2319723"/>
            <a:ext cx="533164" cy="400110"/>
          </a:xfrm>
          <a:prstGeom prst="rect">
            <a:avLst/>
          </a:prstGeom>
          <a:noFill/>
        </p:spPr>
        <p:txBody>
          <a:bodyPr wrap="square" rtlCol="0">
            <a:spAutoFit/>
          </a:bodyPr>
          <a:lstStyle/>
          <a:p>
            <a:r>
              <a:rPr lang="en-US" altLang="ko-KR" sz="2000" b="1" dirty="0">
                <a:solidFill>
                  <a:schemeClr val="bg1"/>
                </a:solidFill>
                <a:cs typeface="Arial" pitchFamily="34" charset="0"/>
              </a:rPr>
              <a:t>02</a:t>
            </a:r>
            <a:endParaRPr lang="ko-KR" altLang="en-US" sz="2000" b="1" dirty="0">
              <a:solidFill>
                <a:schemeClr val="bg1"/>
              </a:solidFill>
              <a:cs typeface="Arial" pitchFamily="34" charset="0"/>
            </a:endParaRPr>
          </a:p>
        </p:txBody>
      </p:sp>
      <p:sp>
        <p:nvSpPr>
          <p:cNvPr id="28" name="TextBox 27"/>
          <p:cNvSpPr txBox="1"/>
          <p:nvPr/>
        </p:nvSpPr>
        <p:spPr>
          <a:xfrm>
            <a:off x="3108820" y="3343665"/>
            <a:ext cx="533164" cy="400110"/>
          </a:xfrm>
          <a:prstGeom prst="rect">
            <a:avLst/>
          </a:prstGeom>
          <a:noFill/>
        </p:spPr>
        <p:txBody>
          <a:bodyPr wrap="square" rtlCol="0">
            <a:spAutoFit/>
          </a:bodyPr>
          <a:lstStyle/>
          <a:p>
            <a:r>
              <a:rPr lang="en-US" altLang="ko-KR" sz="2000" b="1" dirty="0">
                <a:solidFill>
                  <a:schemeClr val="bg1"/>
                </a:solidFill>
                <a:cs typeface="Arial" pitchFamily="34" charset="0"/>
              </a:rPr>
              <a:t>03</a:t>
            </a:r>
            <a:endParaRPr lang="ko-KR" altLang="en-US" sz="2000" b="1" dirty="0">
              <a:solidFill>
                <a:schemeClr val="bg1"/>
              </a:solidFill>
              <a:cs typeface="Arial" pitchFamily="34" charset="0"/>
            </a:endParaRPr>
          </a:p>
        </p:txBody>
      </p:sp>
      <p:grpSp>
        <p:nvGrpSpPr>
          <p:cNvPr id="7" name="Group 6"/>
          <p:cNvGrpSpPr/>
          <p:nvPr/>
        </p:nvGrpSpPr>
        <p:grpSpPr>
          <a:xfrm>
            <a:off x="3834575" y="1283617"/>
            <a:ext cx="4392569" cy="738664"/>
            <a:chOff x="3851839" y="1264152"/>
            <a:chExt cx="4392569" cy="989581"/>
          </a:xfrm>
        </p:grpSpPr>
        <p:sp>
          <p:nvSpPr>
            <p:cNvPr id="30" name="TextBox 29"/>
            <p:cNvSpPr txBox="1"/>
            <p:nvPr/>
          </p:nvSpPr>
          <p:spPr>
            <a:xfrm>
              <a:off x="3851839" y="1264152"/>
              <a:ext cx="4392567" cy="989581"/>
            </a:xfrm>
            <a:prstGeom prst="rect">
              <a:avLst/>
            </a:prstGeom>
            <a:noFill/>
          </p:spPr>
          <p:txBody>
            <a:bodyPr wrap="square" rtlCol="0">
              <a:spAutoFit/>
            </a:bodyPr>
            <a:lstStyle/>
            <a:p>
              <a:r>
                <a:rPr lang="en-US" altLang="ko-KR" sz="1400" b="1" dirty="0" smtClean="0">
                  <a:solidFill>
                    <a:schemeClr val="tx1">
                      <a:lumMod val="75000"/>
                      <a:lumOff val="25000"/>
                    </a:schemeClr>
                  </a:solidFill>
                  <a:cs typeface="Arial" pitchFamily="34" charset="0"/>
                </a:rPr>
                <a:t>LATAR BELAKANG </a:t>
              </a:r>
              <a:endParaRPr lang="en-US" altLang="ko-KR" sz="1400" b="1" dirty="0" smtClean="0">
                <a:solidFill>
                  <a:schemeClr val="tx1">
                    <a:lumMod val="75000"/>
                    <a:lumOff val="25000"/>
                  </a:schemeClr>
                </a:solidFill>
                <a:cs typeface="Arial" pitchFamily="34" charset="0"/>
              </a:endParaRPr>
            </a:p>
            <a:p>
              <a:r>
                <a:rPr lang="en-US" altLang="ko-KR" sz="1400" dirty="0" err="1" smtClean="0">
                  <a:solidFill>
                    <a:schemeClr val="tx1">
                      <a:lumMod val="75000"/>
                      <a:lumOff val="25000"/>
                    </a:schemeClr>
                  </a:solidFill>
                  <a:cs typeface="Arial" pitchFamily="34" charset="0"/>
                </a:rPr>
                <a:t>Rumusan</a:t>
              </a:r>
              <a:r>
                <a:rPr lang="en-US" altLang="ko-KR" sz="1400" dirty="0" smtClean="0">
                  <a:solidFill>
                    <a:schemeClr val="tx1">
                      <a:lumMod val="75000"/>
                      <a:lumOff val="25000"/>
                    </a:schemeClr>
                  </a:solidFill>
                  <a:cs typeface="Arial" pitchFamily="34" charset="0"/>
                </a:rPr>
                <a:t> </a:t>
              </a:r>
              <a:r>
                <a:rPr lang="en-US" altLang="ko-KR" sz="1400" dirty="0" err="1" smtClean="0">
                  <a:solidFill>
                    <a:schemeClr val="tx1">
                      <a:lumMod val="75000"/>
                      <a:lumOff val="25000"/>
                    </a:schemeClr>
                  </a:solidFill>
                  <a:cs typeface="Arial" pitchFamily="34" charset="0"/>
                </a:rPr>
                <a:t>Masalah</a:t>
              </a:r>
              <a:r>
                <a:rPr lang="en-US" altLang="ko-KR" sz="1400" dirty="0" err="1">
                  <a:solidFill>
                    <a:schemeClr val="tx1">
                      <a:lumMod val="75000"/>
                      <a:lumOff val="25000"/>
                    </a:schemeClr>
                  </a:solidFill>
                  <a:cs typeface="Arial" pitchFamily="34" charset="0"/>
                </a:rPr>
                <a:t>,</a:t>
              </a:r>
              <a:r>
                <a:rPr lang="en-US" altLang="ko-KR" sz="1400" dirty="0" err="1" smtClean="0">
                  <a:solidFill>
                    <a:schemeClr val="tx1">
                      <a:lumMod val="75000"/>
                      <a:lumOff val="25000"/>
                    </a:schemeClr>
                  </a:solidFill>
                  <a:cs typeface="Arial" pitchFamily="34" charset="0"/>
                </a:rPr>
                <a:t>Ruang</a:t>
              </a:r>
              <a:r>
                <a:rPr lang="en-US" altLang="ko-KR" sz="1400" dirty="0" smtClean="0">
                  <a:solidFill>
                    <a:schemeClr val="tx1">
                      <a:lumMod val="75000"/>
                      <a:lumOff val="25000"/>
                    </a:schemeClr>
                  </a:solidFill>
                  <a:cs typeface="Arial" pitchFamily="34" charset="0"/>
                </a:rPr>
                <a:t> </a:t>
              </a:r>
              <a:r>
                <a:rPr lang="en-US" altLang="ko-KR" sz="1400" dirty="0" err="1" smtClean="0">
                  <a:solidFill>
                    <a:schemeClr val="tx1">
                      <a:lumMod val="75000"/>
                      <a:lumOff val="25000"/>
                    </a:schemeClr>
                  </a:solidFill>
                  <a:cs typeface="Arial" pitchFamily="34" charset="0"/>
                </a:rPr>
                <a:t>Lingkup,Tujuan,dan</a:t>
              </a:r>
              <a:r>
                <a:rPr lang="en-US" altLang="ko-KR" sz="1400" dirty="0" smtClean="0">
                  <a:solidFill>
                    <a:schemeClr val="tx1">
                      <a:lumMod val="75000"/>
                      <a:lumOff val="25000"/>
                    </a:schemeClr>
                  </a:solidFill>
                  <a:cs typeface="Arial" pitchFamily="34" charset="0"/>
                </a:rPr>
                <a:t> </a:t>
              </a:r>
              <a:r>
                <a:rPr lang="en-US" altLang="ko-KR" sz="1400" dirty="0" err="1" smtClean="0">
                  <a:solidFill>
                    <a:schemeClr val="tx1">
                      <a:lumMod val="75000"/>
                      <a:lumOff val="25000"/>
                    </a:schemeClr>
                  </a:solidFill>
                  <a:cs typeface="Arial" pitchFamily="34" charset="0"/>
                </a:rPr>
                <a:t>manfaat</a:t>
              </a:r>
              <a:endParaRPr lang="ko-KR" altLang="en-US" sz="1400" dirty="0">
                <a:solidFill>
                  <a:schemeClr val="tx1">
                    <a:lumMod val="75000"/>
                    <a:lumOff val="25000"/>
                  </a:schemeClr>
                </a:solidFill>
                <a:cs typeface="Arial" pitchFamily="34" charset="0"/>
              </a:endParaRPr>
            </a:p>
          </p:txBody>
        </p:sp>
        <p:sp>
          <p:nvSpPr>
            <p:cNvPr id="31" name="TextBox 30"/>
            <p:cNvSpPr txBox="1"/>
            <p:nvPr/>
          </p:nvSpPr>
          <p:spPr>
            <a:xfrm>
              <a:off x="3851840" y="1625473"/>
              <a:ext cx="4392568" cy="276999"/>
            </a:xfrm>
            <a:prstGeom prst="rect">
              <a:avLst/>
            </a:prstGeom>
            <a:noFill/>
          </p:spPr>
          <p:txBody>
            <a:bodyPr wrap="square" rtlCol="0">
              <a:spAutoFit/>
            </a:bodyPr>
            <a:lstStyle/>
            <a:p>
              <a:r>
                <a:rPr lang="en-US" altLang="ko-KR" sz="1200" dirty="0" smtClean="0">
                  <a:solidFill>
                    <a:schemeClr val="tx1">
                      <a:lumMod val="75000"/>
                      <a:lumOff val="25000"/>
                    </a:schemeClr>
                  </a:solidFill>
                  <a:cs typeface="Arial" pitchFamily="34" charset="0"/>
                </a:rPr>
                <a:t>. </a:t>
              </a:r>
              <a:endParaRPr lang="ko-KR" altLang="en-US" sz="1200" dirty="0">
                <a:solidFill>
                  <a:schemeClr val="tx1">
                    <a:lumMod val="75000"/>
                    <a:lumOff val="25000"/>
                  </a:schemeClr>
                </a:solidFill>
                <a:cs typeface="Arial" pitchFamily="34" charset="0"/>
              </a:endParaRPr>
            </a:p>
          </p:txBody>
        </p:sp>
      </p:grpSp>
      <p:grpSp>
        <p:nvGrpSpPr>
          <p:cNvPr id="36" name="Group 35"/>
          <p:cNvGrpSpPr/>
          <p:nvPr/>
        </p:nvGrpSpPr>
        <p:grpSpPr>
          <a:xfrm>
            <a:off x="3842251" y="2396667"/>
            <a:ext cx="4402157" cy="523220"/>
            <a:chOff x="3842251" y="1502362"/>
            <a:chExt cx="4402157" cy="523220"/>
          </a:xfrm>
        </p:grpSpPr>
        <p:sp>
          <p:nvSpPr>
            <p:cNvPr id="37" name="TextBox 36"/>
            <p:cNvSpPr txBox="1"/>
            <p:nvPr/>
          </p:nvSpPr>
          <p:spPr>
            <a:xfrm>
              <a:off x="3842251" y="1502362"/>
              <a:ext cx="4392567" cy="523220"/>
            </a:xfrm>
            <a:prstGeom prst="rect">
              <a:avLst/>
            </a:prstGeom>
            <a:noFill/>
          </p:spPr>
          <p:txBody>
            <a:bodyPr wrap="square" rtlCol="0">
              <a:spAutoFit/>
            </a:bodyPr>
            <a:lstStyle/>
            <a:p>
              <a:r>
                <a:rPr lang="en-US" altLang="ko-KR" sz="1400" b="1" dirty="0" err="1" smtClean="0">
                  <a:solidFill>
                    <a:schemeClr val="tx1">
                      <a:lumMod val="75000"/>
                      <a:lumOff val="25000"/>
                    </a:schemeClr>
                  </a:solidFill>
                  <a:cs typeface="Arial" pitchFamily="34" charset="0"/>
                </a:rPr>
                <a:t>Konsep</a:t>
              </a:r>
              <a:r>
                <a:rPr lang="en-US" altLang="ko-KR" sz="1400" b="1" dirty="0" smtClean="0">
                  <a:solidFill>
                    <a:schemeClr val="tx1">
                      <a:lumMod val="75000"/>
                      <a:lumOff val="25000"/>
                    </a:schemeClr>
                  </a:solidFill>
                  <a:cs typeface="Arial" pitchFamily="34" charset="0"/>
                </a:rPr>
                <a:t> </a:t>
              </a:r>
              <a:r>
                <a:rPr lang="en-US" altLang="ko-KR" sz="1400" b="1" dirty="0" err="1" smtClean="0">
                  <a:solidFill>
                    <a:schemeClr val="tx1">
                      <a:lumMod val="75000"/>
                      <a:lumOff val="25000"/>
                    </a:schemeClr>
                  </a:solidFill>
                  <a:cs typeface="Arial" pitchFamily="34" charset="0"/>
                </a:rPr>
                <a:t>Teori</a:t>
              </a:r>
              <a:r>
                <a:rPr lang="en-US" altLang="ko-KR" sz="1400" b="1" dirty="0" smtClean="0">
                  <a:solidFill>
                    <a:schemeClr val="tx1">
                      <a:lumMod val="75000"/>
                      <a:lumOff val="25000"/>
                    </a:schemeClr>
                  </a:solidFill>
                  <a:cs typeface="Arial" pitchFamily="34" charset="0"/>
                </a:rPr>
                <a:t> </a:t>
              </a:r>
              <a:r>
                <a:rPr lang="en-US" altLang="ko-KR" sz="1400" b="1" dirty="0" err="1" smtClean="0">
                  <a:solidFill>
                    <a:schemeClr val="tx1">
                      <a:lumMod val="75000"/>
                      <a:lumOff val="25000"/>
                    </a:schemeClr>
                  </a:solidFill>
                  <a:cs typeface="Arial" pitchFamily="34" charset="0"/>
                </a:rPr>
                <a:t>dan</a:t>
              </a:r>
              <a:r>
                <a:rPr lang="en-US" altLang="ko-KR" sz="1400" b="1" dirty="0" smtClean="0">
                  <a:solidFill>
                    <a:schemeClr val="tx1">
                      <a:lumMod val="75000"/>
                      <a:lumOff val="25000"/>
                    </a:schemeClr>
                  </a:solidFill>
                  <a:cs typeface="Arial" pitchFamily="34" charset="0"/>
                </a:rPr>
                <a:t> </a:t>
              </a:r>
              <a:r>
                <a:rPr lang="en-US" altLang="ko-KR" sz="1400" b="1" dirty="0" err="1" smtClean="0">
                  <a:solidFill>
                    <a:schemeClr val="tx1">
                      <a:lumMod val="75000"/>
                      <a:lumOff val="25000"/>
                    </a:schemeClr>
                  </a:solidFill>
                  <a:cs typeface="Arial" pitchFamily="34" charset="0"/>
                </a:rPr>
                <a:t>Penerapan</a:t>
              </a:r>
              <a:r>
                <a:rPr lang="en-US" altLang="ko-KR" sz="1400" b="1" dirty="0" smtClean="0">
                  <a:solidFill>
                    <a:schemeClr val="tx1">
                      <a:lumMod val="75000"/>
                      <a:lumOff val="25000"/>
                    </a:schemeClr>
                  </a:solidFill>
                  <a:cs typeface="Arial" pitchFamily="34" charset="0"/>
                </a:rPr>
                <a:t> </a:t>
              </a:r>
              <a:r>
                <a:rPr lang="en-US" altLang="ko-KR" sz="1400" b="1" dirty="0" err="1" smtClean="0">
                  <a:solidFill>
                    <a:schemeClr val="tx1">
                      <a:lumMod val="75000"/>
                      <a:lumOff val="25000"/>
                    </a:schemeClr>
                  </a:solidFill>
                  <a:cs typeface="Arial" pitchFamily="34" charset="0"/>
                </a:rPr>
                <a:t>Landasan</a:t>
              </a:r>
              <a:r>
                <a:rPr lang="en-US" altLang="ko-KR" sz="1400" b="1" dirty="0" smtClean="0">
                  <a:solidFill>
                    <a:schemeClr val="tx1">
                      <a:lumMod val="75000"/>
                      <a:lumOff val="25000"/>
                    </a:schemeClr>
                  </a:solidFill>
                  <a:cs typeface="Arial" pitchFamily="34" charset="0"/>
                </a:rPr>
                <a:t> </a:t>
              </a:r>
              <a:r>
                <a:rPr lang="en-US" altLang="ko-KR" sz="1400" b="1" dirty="0" err="1" smtClean="0">
                  <a:solidFill>
                    <a:schemeClr val="tx1">
                      <a:lumMod val="75000"/>
                      <a:lumOff val="25000"/>
                    </a:schemeClr>
                  </a:solidFill>
                  <a:cs typeface="Arial" pitchFamily="34" charset="0"/>
                </a:rPr>
                <a:t>Penelitian</a:t>
              </a:r>
              <a:r>
                <a:rPr lang="en-US" altLang="ko-KR" sz="1400" b="1" dirty="0" smtClean="0">
                  <a:solidFill>
                    <a:schemeClr val="tx1">
                      <a:lumMod val="75000"/>
                      <a:lumOff val="25000"/>
                    </a:schemeClr>
                  </a:solidFill>
                  <a:cs typeface="Arial" pitchFamily="34" charset="0"/>
                </a:rPr>
                <a:t> </a:t>
              </a:r>
              <a:r>
                <a:rPr lang="en-US" altLang="ko-KR" sz="1400" b="1" dirty="0" err="1" smtClean="0">
                  <a:solidFill>
                    <a:schemeClr val="tx1">
                      <a:lumMod val="75000"/>
                      <a:lumOff val="25000"/>
                    </a:schemeClr>
                  </a:solidFill>
                  <a:cs typeface="Arial" pitchFamily="34" charset="0"/>
                </a:rPr>
                <a:t>dilakukan</a:t>
              </a:r>
              <a:r>
                <a:rPr lang="en-US" altLang="ko-KR" sz="1400" b="1" dirty="0" smtClean="0">
                  <a:solidFill>
                    <a:schemeClr val="tx1">
                      <a:lumMod val="75000"/>
                      <a:lumOff val="25000"/>
                    </a:schemeClr>
                  </a:solidFill>
                  <a:cs typeface="Arial" pitchFamily="34" charset="0"/>
                </a:rPr>
                <a:t>  </a:t>
              </a:r>
              <a:endParaRPr lang="ko-KR" altLang="en-US" sz="1400" b="1" dirty="0">
                <a:solidFill>
                  <a:schemeClr val="tx1">
                    <a:lumMod val="75000"/>
                    <a:lumOff val="25000"/>
                  </a:schemeClr>
                </a:solidFill>
                <a:cs typeface="Arial" pitchFamily="34" charset="0"/>
              </a:endParaRPr>
            </a:p>
          </p:txBody>
        </p:sp>
        <p:sp>
          <p:nvSpPr>
            <p:cNvPr id="38" name="TextBox 37"/>
            <p:cNvSpPr txBox="1"/>
            <p:nvPr/>
          </p:nvSpPr>
          <p:spPr>
            <a:xfrm>
              <a:off x="3851840" y="1625473"/>
              <a:ext cx="4392568" cy="276999"/>
            </a:xfrm>
            <a:prstGeom prst="rect">
              <a:avLst/>
            </a:prstGeom>
            <a:noFill/>
          </p:spPr>
          <p:txBody>
            <a:bodyPr wrap="square" rtlCol="0">
              <a:spAutoFit/>
            </a:bodyPr>
            <a:lstStyle/>
            <a:p>
              <a:r>
                <a:rPr lang="en-US" altLang="ko-KR" sz="1200" dirty="0" smtClean="0">
                  <a:solidFill>
                    <a:schemeClr val="tx1">
                      <a:lumMod val="75000"/>
                      <a:lumOff val="25000"/>
                    </a:schemeClr>
                  </a:solidFill>
                  <a:cs typeface="Arial" pitchFamily="34" charset="0"/>
                </a:rPr>
                <a:t>. </a:t>
              </a:r>
              <a:endParaRPr lang="ko-KR" altLang="en-US" sz="1200" dirty="0">
                <a:solidFill>
                  <a:schemeClr val="tx1">
                    <a:lumMod val="75000"/>
                    <a:lumOff val="25000"/>
                  </a:schemeClr>
                </a:solidFill>
                <a:cs typeface="Arial" pitchFamily="34" charset="0"/>
              </a:endParaRPr>
            </a:p>
          </p:txBody>
        </p:sp>
      </p:grpSp>
      <p:grpSp>
        <p:nvGrpSpPr>
          <p:cNvPr id="39" name="Group 38"/>
          <p:cNvGrpSpPr/>
          <p:nvPr/>
        </p:nvGrpSpPr>
        <p:grpSpPr>
          <a:xfrm>
            <a:off x="3817309" y="3325731"/>
            <a:ext cx="4409833" cy="738664"/>
            <a:chOff x="3834574" y="1356248"/>
            <a:chExt cx="4409833" cy="738664"/>
          </a:xfrm>
        </p:grpSpPr>
        <p:sp>
          <p:nvSpPr>
            <p:cNvPr id="40" name="TextBox 39"/>
            <p:cNvSpPr txBox="1"/>
            <p:nvPr/>
          </p:nvSpPr>
          <p:spPr>
            <a:xfrm>
              <a:off x="3851840" y="1356248"/>
              <a:ext cx="4392567" cy="738664"/>
            </a:xfrm>
            <a:prstGeom prst="rect">
              <a:avLst/>
            </a:prstGeom>
            <a:noFill/>
          </p:spPr>
          <p:txBody>
            <a:bodyPr wrap="square" rtlCol="0">
              <a:spAutoFit/>
            </a:bodyPr>
            <a:lstStyle/>
            <a:p>
              <a:r>
                <a:rPr lang="en-US" altLang="ko-KR" sz="1400" b="1" dirty="0" err="1" smtClean="0">
                  <a:solidFill>
                    <a:schemeClr val="tx1">
                      <a:lumMod val="75000"/>
                      <a:lumOff val="25000"/>
                    </a:schemeClr>
                  </a:solidFill>
                  <a:cs typeface="Arial" pitchFamily="34" charset="0"/>
                </a:rPr>
                <a:t>Metode</a:t>
              </a:r>
              <a:r>
                <a:rPr lang="en-US" altLang="ko-KR" sz="1400" b="1" dirty="0" smtClean="0">
                  <a:solidFill>
                    <a:schemeClr val="tx1">
                      <a:lumMod val="75000"/>
                      <a:lumOff val="25000"/>
                    </a:schemeClr>
                  </a:solidFill>
                  <a:cs typeface="Arial" pitchFamily="34" charset="0"/>
                </a:rPr>
                <a:t> </a:t>
              </a:r>
              <a:r>
                <a:rPr lang="en-US" altLang="ko-KR" sz="1400" b="1" dirty="0" err="1" smtClean="0">
                  <a:solidFill>
                    <a:schemeClr val="tx1">
                      <a:lumMod val="75000"/>
                      <a:lumOff val="25000"/>
                    </a:schemeClr>
                  </a:solidFill>
                  <a:cs typeface="Arial" pitchFamily="34" charset="0"/>
                </a:rPr>
                <a:t>Pelaksanaan</a:t>
              </a:r>
              <a:r>
                <a:rPr lang="en-US" altLang="ko-KR" sz="1400" b="1" dirty="0" smtClean="0">
                  <a:solidFill>
                    <a:schemeClr val="tx1">
                      <a:lumMod val="75000"/>
                      <a:lumOff val="25000"/>
                    </a:schemeClr>
                  </a:solidFill>
                  <a:cs typeface="Arial" pitchFamily="34" charset="0"/>
                </a:rPr>
                <a:t> </a:t>
              </a:r>
              <a:r>
                <a:rPr lang="en-US" altLang="ko-KR" sz="1400" b="1" dirty="0" err="1" smtClean="0">
                  <a:solidFill>
                    <a:schemeClr val="tx1">
                      <a:lumMod val="75000"/>
                      <a:lumOff val="25000"/>
                    </a:schemeClr>
                  </a:solidFill>
                  <a:cs typeface="Arial" pitchFamily="34" charset="0"/>
                </a:rPr>
                <a:t>Kegiatan</a:t>
              </a:r>
              <a:r>
                <a:rPr lang="en-US" altLang="ko-KR" sz="1400" b="1" dirty="0" smtClean="0">
                  <a:solidFill>
                    <a:schemeClr val="tx1">
                      <a:lumMod val="75000"/>
                      <a:lumOff val="25000"/>
                    </a:schemeClr>
                  </a:solidFill>
                  <a:cs typeface="Arial" pitchFamily="34" charset="0"/>
                </a:rPr>
                <a:t> </a:t>
              </a:r>
              <a:r>
                <a:rPr lang="en-US" altLang="ko-KR" sz="1400" b="1" dirty="0" err="1" smtClean="0">
                  <a:solidFill>
                    <a:schemeClr val="tx1">
                      <a:lumMod val="75000"/>
                      <a:lumOff val="25000"/>
                    </a:schemeClr>
                  </a:solidFill>
                  <a:cs typeface="Arial" pitchFamily="34" charset="0"/>
                </a:rPr>
                <a:t>Penelitian</a:t>
              </a:r>
              <a:endParaRPr lang="en-US" altLang="ko-KR" sz="1400" b="1" dirty="0" smtClean="0">
                <a:solidFill>
                  <a:schemeClr val="tx1">
                    <a:lumMod val="75000"/>
                    <a:lumOff val="25000"/>
                  </a:schemeClr>
                </a:solidFill>
                <a:cs typeface="Arial" pitchFamily="34" charset="0"/>
              </a:endParaRPr>
            </a:p>
            <a:p>
              <a:r>
                <a:rPr lang="en-US" altLang="ko-KR" sz="1400" dirty="0" err="1" smtClean="0">
                  <a:solidFill>
                    <a:schemeClr val="tx1">
                      <a:lumMod val="75000"/>
                      <a:lumOff val="25000"/>
                    </a:schemeClr>
                  </a:solidFill>
                  <a:cs typeface="Arial" pitchFamily="34" charset="0"/>
                </a:rPr>
                <a:t>Lokasi</a:t>
              </a:r>
              <a:r>
                <a:rPr lang="en-US" altLang="ko-KR" sz="1400" dirty="0" smtClean="0">
                  <a:solidFill>
                    <a:schemeClr val="tx1">
                      <a:lumMod val="75000"/>
                      <a:lumOff val="25000"/>
                    </a:schemeClr>
                  </a:solidFill>
                  <a:cs typeface="Arial" pitchFamily="34" charset="0"/>
                </a:rPr>
                <a:t> </a:t>
              </a:r>
              <a:r>
                <a:rPr lang="en-US" altLang="ko-KR" sz="1400" dirty="0" err="1" smtClean="0">
                  <a:solidFill>
                    <a:schemeClr val="tx1">
                      <a:lumMod val="75000"/>
                      <a:lumOff val="25000"/>
                    </a:schemeClr>
                  </a:solidFill>
                  <a:cs typeface="Arial" pitchFamily="34" charset="0"/>
                </a:rPr>
                <a:t>Penelitian</a:t>
              </a:r>
              <a:r>
                <a:rPr lang="en-US" altLang="ko-KR" sz="1400" dirty="0" err="1" smtClean="0">
                  <a:solidFill>
                    <a:schemeClr val="tx1">
                      <a:lumMod val="75000"/>
                      <a:lumOff val="25000"/>
                    </a:schemeClr>
                  </a:solidFill>
                  <a:cs typeface="Arial" pitchFamily="34" charset="0"/>
                </a:rPr>
                <a:t>,Waktu</a:t>
              </a:r>
              <a:r>
                <a:rPr lang="en-US" altLang="ko-KR" sz="1400" dirty="0" smtClean="0">
                  <a:solidFill>
                    <a:schemeClr val="tx1">
                      <a:lumMod val="75000"/>
                      <a:lumOff val="25000"/>
                    </a:schemeClr>
                  </a:solidFill>
                  <a:cs typeface="Arial" pitchFamily="34" charset="0"/>
                </a:rPr>
                <a:t> </a:t>
              </a:r>
              <a:r>
                <a:rPr lang="en-US" altLang="ko-KR" sz="1400" dirty="0" err="1" smtClean="0">
                  <a:solidFill>
                    <a:schemeClr val="tx1">
                      <a:lumMod val="75000"/>
                      <a:lumOff val="25000"/>
                    </a:schemeClr>
                  </a:solidFill>
                  <a:cs typeface="Arial" pitchFamily="34" charset="0"/>
                </a:rPr>
                <a:t>Pelaksanaan</a:t>
              </a:r>
              <a:r>
                <a:rPr lang="en-US" altLang="ko-KR" sz="1400" dirty="0" smtClean="0">
                  <a:solidFill>
                    <a:schemeClr val="tx1">
                      <a:lumMod val="75000"/>
                      <a:lumOff val="25000"/>
                    </a:schemeClr>
                  </a:solidFill>
                  <a:cs typeface="Arial" pitchFamily="34" charset="0"/>
                </a:rPr>
                <a:t> </a:t>
              </a:r>
              <a:r>
                <a:rPr lang="en-US" altLang="ko-KR" sz="1400" dirty="0" err="1" smtClean="0">
                  <a:solidFill>
                    <a:schemeClr val="tx1">
                      <a:lumMod val="75000"/>
                      <a:lumOff val="25000"/>
                    </a:schemeClr>
                  </a:solidFill>
                  <a:cs typeface="Arial" pitchFamily="34" charset="0"/>
                </a:rPr>
                <a:t>kegiatan</a:t>
              </a:r>
              <a:r>
                <a:rPr lang="en-US" altLang="ko-KR" sz="1400" dirty="0" smtClean="0">
                  <a:solidFill>
                    <a:schemeClr val="tx1">
                      <a:lumMod val="75000"/>
                      <a:lumOff val="25000"/>
                    </a:schemeClr>
                  </a:solidFill>
                  <a:cs typeface="Arial" pitchFamily="34" charset="0"/>
                </a:rPr>
                <a:t> </a:t>
              </a:r>
              <a:r>
                <a:rPr lang="en-US" altLang="ko-KR" sz="1400" dirty="0" err="1" smtClean="0">
                  <a:solidFill>
                    <a:schemeClr val="tx1">
                      <a:lumMod val="75000"/>
                      <a:lumOff val="25000"/>
                    </a:schemeClr>
                  </a:solidFill>
                  <a:cs typeface="Arial" pitchFamily="34" charset="0"/>
                </a:rPr>
                <a:t>Penelitian,Metode</a:t>
              </a:r>
              <a:r>
                <a:rPr lang="en-US" altLang="ko-KR" sz="1400" dirty="0" smtClean="0">
                  <a:solidFill>
                    <a:schemeClr val="tx1">
                      <a:lumMod val="75000"/>
                      <a:lumOff val="25000"/>
                    </a:schemeClr>
                  </a:solidFill>
                  <a:cs typeface="Arial" pitchFamily="34" charset="0"/>
                </a:rPr>
                <a:t> </a:t>
              </a:r>
              <a:r>
                <a:rPr lang="en-US" altLang="ko-KR" sz="1400" dirty="0" err="1" smtClean="0">
                  <a:solidFill>
                    <a:schemeClr val="tx1">
                      <a:lumMod val="75000"/>
                      <a:lumOff val="25000"/>
                    </a:schemeClr>
                  </a:solidFill>
                  <a:cs typeface="Arial" pitchFamily="34" charset="0"/>
                </a:rPr>
                <a:t>Penelitian</a:t>
              </a:r>
              <a:r>
                <a:rPr lang="en-US" altLang="ko-KR" sz="1400" dirty="0" smtClean="0">
                  <a:solidFill>
                    <a:schemeClr val="tx1">
                      <a:lumMod val="75000"/>
                      <a:lumOff val="25000"/>
                    </a:schemeClr>
                  </a:solidFill>
                  <a:cs typeface="Arial" pitchFamily="34" charset="0"/>
                </a:rPr>
                <a:t> </a:t>
              </a:r>
              <a:r>
                <a:rPr lang="en-US" altLang="ko-KR" sz="1400" dirty="0" err="1" smtClean="0">
                  <a:solidFill>
                    <a:schemeClr val="tx1">
                      <a:lumMod val="75000"/>
                      <a:lumOff val="25000"/>
                    </a:schemeClr>
                  </a:solidFill>
                  <a:cs typeface="Arial" pitchFamily="34" charset="0"/>
                </a:rPr>
                <a:t>dan</a:t>
              </a:r>
              <a:r>
                <a:rPr lang="en-US" altLang="ko-KR" sz="1400" dirty="0" smtClean="0">
                  <a:solidFill>
                    <a:schemeClr val="tx1">
                      <a:lumMod val="75000"/>
                      <a:lumOff val="25000"/>
                    </a:schemeClr>
                  </a:solidFill>
                  <a:cs typeface="Arial" pitchFamily="34" charset="0"/>
                </a:rPr>
                <a:t> </a:t>
              </a:r>
              <a:r>
                <a:rPr lang="en-US" altLang="ko-KR" sz="1400" dirty="0" err="1" smtClean="0">
                  <a:solidFill>
                    <a:schemeClr val="tx1">
                      <a:lumMod val="75000"/>
                      <a:lumOff val="25000"/>
                    </a:schemeClr>
                  </a:solidFill>
                  <a:cs typeface="Arial" pitchFamily="34" charset="0"/>
                </a:rPr>
                <a:t>Pengambilan</a:t>
              </a:r>
              <a:r>
                <a:rPr lang="en-US" altLang="ko-KR" sz="1400" dirty="0" smtClean="0">
                  <a:solidFill>
                    <a:schemeClr val="tx1">
                      <a:lumMod val="75000"/>
                      <a:lumOff val="25000"/>
                    </a:schemeClr>
                  </a:solidFill>
                  <a:cs typeface="Arial" pitchFamily="34" charset="0"/>
                </a:rPr>
                <a:t> data </a:t>
              </a:r>
              <a:endParaRPr lang="ko-KR" altLang="en-US" sz="1400" dirty="0">
                <a:solidFill>
                  <a:schemeClr val="tx1">
                    <a:lumMod val="75000"/>
                    <a:lumOff val="25000"/>
                  </a:schemeClr>
                </a:solidFill>
                <a:cs typeface="Arial" pitchFamily="34" charset="0"/>
              </a:endParaRPr>
            </a:p>
          </p:txBody>
        </p:sp>
        <p:sp>
          <p:nvSpPr>
            <p:cNvPr id="41" name="TextBox 40"/>
            <p:cNvSpPr txBox="1"/>
            <p:nvPr/>
          </p:nvSpPr>
          <p:spPr>
            <a:xfrm>
              <a:off x="3834574" y="1630175"/>
              <a:ext cx="4392568" cy="276999"/>
            </a:xfrm>
            <a:prstGeom prst="rect">
              <a:avLst/>
            </a:prstGeom>
            <a:noFill/>
          </p:spPr>
          <p:txBody>
            <a:bodyPr wrap="square" rtlCol="0">
              <a:spAutoFit/>
            </a:bodyPr>
            <a:lstStyle/>
            <a:p>
              <a:endParaRPr lang="ko-KR" altLang="en-US" sz="1200" dirty="0">
                <a:solidFill>
                  <a:schemeClr val="tx1">
                    <a:lumMod val="75000"/>
                    <a:lumOff val="25000"/>
                  </a:schemeClr>
                </a:solidFill>
                <a:cs typeface="Arial" pitchFamily="34" charset="0"/>
              </a:endParaRPr>
            </a:p>
          </p:txBody>
        </p:sp>
      </p:grpSp>
      <p:pic>
        <p:nvPicPr>
          <p:cNvPr id="32" name="Picture 2" descr="Berkas:LOGO IT PLN.png - Wikipedia bahasa Indonesia, ensiklopedia beba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45121" y="136588"/>
            <a:ext cx="2652737" cy="99477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5055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 calcmode="lin" valueType="num">
                                      <p:cBhvr additive="base">
                                        <p:cTn id="22" dur="500" fill="hold"/>
                                        <p:tgtEl>
                                          <p:spTgt spid="32"/>
                                        </p:tgtEl>
                                        <p:attrNameLst>
                                          <p:attrName>ppt_x</p:attrName>
                                        </p:attrNameLst>
                                      </p:cBhvr>
                                      <p:tavLst>
                                        <p:tav tm="0">
                                          <p:val>
                                            <p:strVal val="#ppt_x"/>
                                          </p:val>
                                        </p:tav>
                                        <p:tav tm="100000">
                                          <p:val>
                                            <p:strVal val="#ppt_x"/>
                                          </p:val>
                                        </p:tav>
                                      </p:tavLst>
                                    </p:anim>
                                    <p:anim calcmode="lin" valueType="num">
                                      <p:cBhvr additive="base">
                                        <p:cTn id="23"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endParaRPr lang="en-US" altLang="ko-KR" dirty="0" smtClean="0">
              <a:solidFill>
                <a:schemeClr val="tx1"/>
              </a:solidFill>
            </a:endParaRPr>
          </a:p>
          <a:p>
            <a:r>
              <a:rPr lang="en-US" altLang="ko-KR" sz="2400" dirty="0" err="1" smtClean="0">
                <a:solidFill>
                  <a:schemeClr val="tx1"/>
                </a:solidFill>
              </a:rPr>
              <a:t>Latar</a:t>
            </a:r>
            <a:r>
              <a:rPr lang="en-US" altLang="ko-KR" sz="2400" dirty="0" smtClean="0">
                <a:solidFill>
                  <a:schemeClr val="tx1"/>
                </a:solidFill>
              </a:rPr>
              <a:t> </a:t>
            </a:r>
            <a:r>
              <a:rPr lang="en-US" altLang="ko-KR" sz="2400" dirty="0" err="1" smtClean="0">
                <a:solidFill>
                  <a:schemeClr val="tx1"/>
                </a:solidFill>
              </a:rPr>
              <a:t>Belakang</a:t>
            </a:r>
            <a:r>
              <a:rPr lang="en-US" altLang="ko-KR" dirty="0" smtClean="0">
                <a:solidFill>
                  <a:schemeClr val="tx1"/>
                </a:solidFill>
              </a:rPr>
              <a:t> </a:t>
            </a:r>
            <a:endParaRPr lang="ko-KR" altLang="en-US" dirty="0">
              <a:solidFill>
                <a:schemeClr val="tx1"/>
              </a:solidFill>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224" y="-26143"/>
            <a:ext cx="2795018" cy="1368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12342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107504" y="267494"/>
            <a:ext cx="9144000" cy="288032"/>
          </a:xfrm>
        </p:spPr>
        <p:txBody>
          <a:bodyPr/>
          <a:lstStyle/>
          <a:p>
            <a:pPr lvl="0"/>
            <a:r>
              <a:rPr lang="en-US" altLang="ko-KR" dirty="0" err="1" smtClean="0"/>
              <a:t>Konsumsi</a:t>
            </a:r>
            <a:r>
              <a:rPr lang="en-US" altLang="ko-KR" dirty="0" smtClean="0"/>
              <a:t> </a:t>
            </a:r>
            <a:r>
              <a:rPr lang="en-US" altLang="ko-KR" dirty="0" err="1" smtClean="0"/>
              <a:t>Energi</a:t>
            </a:r>
            <a:r>
              <a:rPr lang="en-US" altLang="ko-KR" dirty="0" smtClean="0"/>
              <a:t> </a:t>
            </a:r>
            <a:endParaRPr lang="en-US" altLang="ko-KR" dirty="0"/>
          </a:p>
        </p:txBody>
      </p:sp>
      <p:sp>
        <p:nvSpPr>
          <p:cNvPr id="5" name="TextBox 4"/>
          <p:cNvSpPr txBox="1"/>
          <p:nvPr/>
        </p:nvSpPr>
        <p:spPr>
          <a:xfrm>
            <a:off x="1485181" y="699542"/>
            <a:ext cx="6192688" cy="1015663"/>
          </a:xfrm>
          <a:prstGeom prst="rect">
            <a:avLst/>
          </a:prstGeom>
          <a:noFill/>
        </p:spPr>
        <p:txBody>
          <a:bodyPr wrap="square" rtlCol="0">
            <a:spAutoFit/>
          </a:bodyPr>
          <a:lstStyle/>
          <a:p>
            <a:pPr algn="just"/>
            <a:r>
              <a:rPr lang="en-US" altLang="ko-KR" sz="1200" dirty="0" err="1" smtClean="0">
                <a:solidFill>
                  <a:schemeClr val="tx1">
                    <a:lumMod val="75000"/>
                    <a:lumOff val="25000"/>
                  </a:schemeClr>
                </a:solidFill>
                <a:cs typeface="Arial" pitchFamily="34" charset="0"/>
              </a:rPr>
              <a:t>Banyaknya</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Komsumsi</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energi</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listrik</a:t>
            </a:r>
            <a:r>
              <a:rPr lang="en-US" altLang="ko-KR" sz="1200" dirty="0" smtClean="0">
                <a:solidFill>
                  <a:schemeClr val="tx1">
                    <a:lumMod val="75000"/>
                    <a:lumOff val="25000"/>
                  </a:schemeClr>
                </a:solidFill>
                <a:cs typeface="Arial" pitchFamily="34" charset="0"/>
              </a:rPr>
              <a:t> di </a:t>
            </a:r>
            <a:r>
              <a:rPr lang="en-US" altLang="ko-KR" sz="1200" dirty="0" err="1" smtClean="0">
                <a:solidFill>
                  <a:schemeClr val="tx1">
                    <a:lumMod val="75000"/>
                    <a:lumOff val="25000"/>
                  </a:schemeClr>
                </a:solidFill>
                <a:cs typeface="Arial" pitchFamily="34" charset="0"/>
              </a:rPr>
              <a:t>sekitar</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kita,mampu</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membuat</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kekhawatiran</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akan</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habisnya</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energi</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tersebut,maka</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dari</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itu</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banyak</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inovasi</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tentang</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energi</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baru</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terbarukan</a:t>
            </a:r>
            <a:r>
              <a:rPr lang="en-US" altLang="ko-KR" sz="1200" dirty="0" smtClean="0">
                <a:solidFill>
                  <a:schemeClr val="tx1">
                    <a:lumMod val="75000"/>
                    <a:lumOff val="25000"/>
                  </a:schemeClr>
                </a:solidFill>
                <a:cs typeface="Arial" pitchFamily="34" charset="0"/>
              </a:rPr>
              <a:t> yang </a:t>
            </a:r>
            <a:r>
              <a:rPr lang="en-US" altLang="ko-KR" sz="1200" dirty="0" err="1" smtClean="0">
                <a:solidFill>
                  <a:schemeClr val="tx1">
                    <a:lumMod val="75000"/>
                    <a:lumOff val="25000"/>
                  </a:schemeClr>
                </a:solidFill>
                <a:cs typeface="Arial" pitchFamily="34" charset="0"/>
              </a:rPr>
              <a:t>lebih</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dapat</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bisa</a:t>
            </a:r>
            <a:r>
              <a:rPr lang="en-US" altLang="ko-KR" sz="1200" dirty="0" smtClean="0">
                <a:solidFill>
                  <a:schemeClr val="tx1">
                    <a:lumMod val="75000"/>
                    <a:lumOff val="25000"/>
                  </a:schemeClr>
                </a:solidFill>
                <a:cs typeface="Arial" pitchFamily="34" charset="0"/>
              </a:rPr>
              <a:t> di </a:t>
            </a:r>
            <a:r>
              <a:rPr lang="en-US" altLang="ko-KR" sz="1200" dirty="0" err="1" smtClean="0">
                <a:solidFill>
                  <a:schemeClr val="tx1">
                    <a:lumMod val="75000"/>
                    <a:lumOff val="25000"/>
                  </a:schemeClr>
                </a:solidFill>
                <a:cs typeface="Arial" pitchFamily="34" charset="0"/>
              </a:rPr>
              <a:t>andal</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nantinya</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dimasa</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depan,Salah</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satu</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dnegan</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adanya</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Pembangkit</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Listrik</a:t>
            </a:r>
            <a:r>
              <a:rPr lang="en-US" altLang="ko-KR" sz="1200" dirty="0" smtClean="0">
                <a:solidFill>
                  <a:schemeClr val="tx1">
                    <a:lumMod val="75000"/>
                    <a:lumOff val="25000"/>
                  </a:schemeClr>
                </a:solidFill>
                <a:cs typeface="Arial" pitchFamily="34" charset="0"/>
              </a:rPr>
              <a:t> </a:t>
            </a:r>
            <a:r>
              <a:rPr lang="en-US" altLang="ko-KR" sz="1200" dirty="0" err="1" smtClean="0">
                <a:solidFill>
                  <a:schemeClr val="tx1">
                    <a:lumMod val="75000"/>
                    <a:lumOff val="25000"/>
                  </a:schemeClr>
                </a:solidFill>
                <a:cs typeface="Arial" pitchFamily="34" charset="0"/>
              </a:rPr>
              <a:t>Bertenaga</a:t>
            </a:r>
            <a:r>
              <a:rPr lang="en-US" altLang="ko-KR" sz="1200" dirty="0" smtClean="0">
                <a:solidFill>
                  <a:schemeClr val="tx1">
                    <a:lumMod val="75000"/>
                    <a:lumOff val="25000"/>
                  </a:schemeClr>
                </a:solidFill>
                <a:cs typeface="Arial" pitchFamily="34" charset="0"/>
              </a:rPr>
              <a:t> Surya .</a:t>
            </a:r>
          </a:p>
          <a:p>
            <a:pPr algn="ctr"/>
            <a:endParaRPr lang="en-US" altLang="ko-KR" sz="1200" dirty="0">
              <a:solidFill>
                <a:schemeClr val="tx1">
                  <a:lumMod val="75000"/>
                  <a:lumOff val="25000"/>
                </a:schemeClr>
              </a:solidFill>
              <a:cs typeface="Arial" pitchFamily="34" charset="0"/>
            </a:endParaRPr>
          </a:p>
        </p:txBody>
      </p:sp>
      <p:sp>
        <p:nvSpPr>
          <p:cNvPr id="6" name="TextBox 5"/>
          <p:cNvSpPr txBox="1"/>
          <p:nvPr/>
        </p:nvSpPr>
        <p:spPr>
          <a:xfrm>
            <a:off x="802265" y="268487"/>
            <a:ext cx="745399" cy="1569660"/>
          </a:xfrm>
          <a:prstGeom prst="rect">
            <a:avLst/>
          </a:prstGeom>
          <a:noFill/>
        </p:spPr>
        <p:txBody>
          <a:bodyPr wrap="square" rtlCol="0">
            <a:spAutoFit/>
          </a:bodyPr>
          <a:lstStyle/>
          <a:p>
            <a:pPr algn="ctr"/>
            <a:r>
              <a:rPr lang="en-US" altLang="ko-KR" sz="9600" b="1" dirty="0">
                <a:solidFill>
                  <a:schemeClr val="accent1"/>
                </a:solidFill>
                <a:latin typeface="Arial" pitchFamily="34" charset="0"/>
                <a:cs typeface="Arial" pitchFamily="34" charset="0"/>
              </a:rPr>
              <a:t>“</a:t>
            </a:r>
            <a:endParaRPr lang="ko-KR" altLang="en-US" sz="9600" b="1" dirty="0">
              <a:solidFill>
                <a:schemeClr val="accent1"/>
              </a:solidFill>
              <a:latin typeface="Arial" pitchFamily="34" charset="0"/>
              <a:cs typeface="Arial" pitchFamily="34" charset="0"/>
            </a:endParaRPr>
          </a:p>
        </p:txBody>
      </p:sp>
      <p:sp>
        <p:nvSpPr>
          <p:cNvPr id="7" name="TextBox 6"/>
          <p:cNvSpPr txBox="1"/>
          <p:nvPr/>
        </p:nvSpPr>
        <p:spPr>
          <a:xfrm rot="10800000">
            <a:off x="7679015" y="1838147"/>
            <a:ext cx="745399" cy="1569660"/>
          </a:xfrm>
          <a:prstGeom prst="rect">
            <a:avLst/>
          </a:prstGeom>
          <a:noFill/>
        </p:spPr>
        <p:txBody>
          <a:bodyPr wrap="square" rtlCol="0">
            <a:spAutoFit/>
          </a:bodyPr>
          <a:lstStyle/>
          <a:p>
            <a:pPr algn="ctr"/>
            <a:r>
              <a:rPr lang="en-US" altLang="ko-KR" sz="9600" b="1" dirty="0">
                <a:solidFill>
                  <a:schemeClr val="accent1"/>
                </a:solidFill>
                <a:latin typeface="Arial" pitchFamily="34" charset="0"/>
                <a:cs typeface="Arial" pitchFamily="34" charset="0"/>
              </a:rPr>
              <a:t>“</a:t>
            </a:r>
            <a:endParaRPr lang="ko-KR" altLang="en-US" sz="9600" b="1" dirty="0">
              <a:solidFill>
                <a:schemeClr val="accent1"/>
              </a:solidFill>
              <a:latin typeface="Arial" pitchFamily="34" charset="0"/>
              <a:cs typeface="Arial" pitchFamily="34" charset="0"/>
            </a:endParaRP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7664" y="1563638"/>
            <a:ext cx="1872208" cy="11748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35896" y="1564933"/>
            <a:ext cx="1872208" cy="11748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80779" y="1564933"/>
            <a:ext cx="1872208" cy="11735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48264" y="-79138"/>
            <a:ext cx="2313509" cy="1132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66728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2800" dirty="0" err="1" smtClean="0"/>
              <a:t>Ruang</a:t>
            </a:r>
            <a:r>
              <a:rPr lang="en-US" sz="2800" dirty="0" smtClean="0"/>
              <a:t> </a:t>
            </a:r>
            <a:r>
              <a:rPr lang="en-US" sz="2800" dirty="0" err="1" smtClean="0"/>
              <a:t>Lingkup</a:t>
            </a:r>
            <a:r>
              <a:rPr lang="en-US" sz="2800" dirty="0" smtClean="0"/>
              <a:t> Panel Surya </a:t>
            </a:r>
            <a:endParaRPr lang="en-US" sz="2800" dirty="0"/>
          </a:p>
        </p:txBody>
      </p:sp>
      <p:sp>
        <p:nvSpPr>
          <p:cNvPr id="3" name="Text Placeholder 2"/>
          <p:cNvSpPr>
            <a:spLocks noGrp="1"/>
          </p:cNvSpPr>
          <p:nvPr>
            <p:ph type="body" sz="quarter" idx="11"/>
          </p:nvPr>
        </p:nvSpPr>
        <p:spPr>
          <a:xfrm>
            <a:off x="611560" y="1059582"/>
            <a:ext cx="7740352" cy="720080"/>
          </a:xfrm>
        </p:spPr>
        <p:txBody>
          <a:bodyPr/>
          <a:lstStyle/>
          <a:p>
            <a:r>
              <a:rPr lang="en-US" dirty="0" err="1" smtClean="0"/>
              <a:t>Rangkaian</a:t>
            </a:r>
            <a:r>
              <a:rPr lang="en-US" dirty="0" smtClean="0"/>
              <a:t> Panel Surya </a:t>
            </a:r>
            <a:r>
              <a:rPr lang="en-US" dirty="0" err="1" smtClean="0"/>
              <a:t>pada</a:t>
            </a:r>
            <a:r>
              <a:rPr lang="en-US" dirty="0" smtClean="0"/>
              <a:t> </a:t>
            </a:r>
            <a:r>
              <a:rPr lang="en-US" dirty="0" err="1" smtClean="0"/>
              <a:t>Umumnya</a:t>
            </a:r>
            <a:r>
              <a:rPr lang="en-US" dirty="0"/>
              <a:t> </a:t>
            </a:r>
            <a:r>
              <a:rPr lang="en-US" dirty="0" err="1" smtClean="0"/>
              <a:t>dapat</a:t>
            </a:r>
            <a:r>
              <a:rPr lang="en-US" dirty="0" smtClean="0"/>
              <a:t> </a:t>
            </a:r>
            <a:r>
              <a:rPr lang="en-US" dirty="0" err="1" smtClean="0"/>
              <a:t>digunakan</a:t>
            </a:r>
            <a:r>
              <a:rPr lang="en-US" dirty="0" smtClean="0"/>
              <a:t> </a:t>
            </a:r>
            <a:r>
              <a:rPr lang="en-US" dirty="0" err="1" smtClean="0"/>
              <a:t>dari</a:t>
            </a:r>
            <a:r>
              <a:rPr lang="en-US" dirty="0" smtClean="0"/>
              <a:t> </a:t>
            </a:r>
            <a:r>
              <a:rPr lang="en-US" dirty="0" err="1" smtClean="0"/>
              <a:t>sektor</a:t>
            </a:r>
            <a:r>
              <a:rPr lang="en-US" dirty="0" smtClean="0"/>
              <a:t> </a:t>
            </a:r>
            <a:r>
              <a:rPr lang="en-US" dirty="0" err="1" smtClean="0"/>
              <a:t>Industri</a:t>
            </a:r>
            <a:r>
              <a:rPr lang="en-US" dirty="0" smtClean="0"/>
              <a:t> </a:t>
            </a:r>
            <a:r>
              <a:rPr lang="en-US" dirty="0" err="1" smtClean="0"/>
              <a:t>sampai</a:t>
            </a:r>
            <a:r>
              <a:rPr lang="en-US" dirty="0" smtClean="0"/>
              <a:t> </a:t>
            </a:r>
            <a:r>
              <a:rPr lang="en-US" dirty="0" err="1" smtClean="0"/>
              <a:t>Sektor</a:t>
            </a:r>
            <a:r>
              <a:rPr lang="en-US" dirty="0" smtClean="0"/>
              <a:t> </a:t>
            </a:r>
          </a:p>
          <a:p>
            <a:r>
              <a:rPr lang="en-US" dirty="0" err="1" smtClean="0"/>
              <a:t>Pribadi</a:t>
            </a:r>
            <a:r>
              <a:rPr lang="en-US" dirty="0" smtClean="0"/>
              <a:t> </a:t>
            </a:r>
            <a:r>
              <a:rPr lang="en-US" dirty="0" err="1" smtClean="0"/>
              <a:t>seperti</a:t>
            </a:r>
            <a:r>
              <a:rPr lang="en-US" dirty="0" smtClean="0"/>
              <a:t> </a:t>
            </a:r>
            <a:r>
              <a:rPr lang="en-US" dirty="0" err="1" smtClean="0"/>
              <a:t>rumah,Pada</a:t>
            </a:r>
            <a:r>
              <a:rPr lang="en-US" dirty="0" smtClean="0"/>
              <a:t> </a:t>
            </a:r>
            <a:r>
              <a:rPr lang="en-US" dirty="0" err="1" smtClean="0"/>
              <a:t>Perencanaan</a:t>
            </a:r>
            <a:r>
              <a:rPr lang="en-US" dirty="0" smtClean="0"/>
              <a:t> </a:t>
            </a:r>
            <a:r>
              <a:rPr lang="en-US" dirty="0" err="1" smtClean="0"/>
              <a:t>awal</a:t>
            </a:r>
            <a:r>
              <a:rPr lang="en-US" dirty="0" smtClean="0"/>
              <a:t> </a:t>
            </a:r>
            <a:r>
              <a:rPr lang="en-US" dirty="0" err="1" smtClean="0"/>
              <a:t>instalasi</a:t>
            </a:r>
            <a:r>
              <a:rPr lang="en-US" dirty="0" smtClean="0"/>
              <a:t> </a:t>
            </a:r>
            <a:r>
              <a:rPr lang="en-US" dirty="0" err="1" smtClean="0"/>
              <a:t>sendiri</a:t>
            </a:r>
            <a:r>
              <a:rPr lang="en-US" dirty="0" smtClean="0"/>
              <a:t> </a:t>
            </a:r>
            <a:r>
              <a:rPr lang="en-US" dirty="0" err="1" smtClean="0"/>
              <a:t>biasanya</a:t>
            </a:r>
            <a:r>
              <a:rPr lang="en-US" dirty="0" smtClean="0"/>
              <a:t> </a:t>
            </a:r>
            <a:r>
              <a:rPr lang="en-US" dirty="0" err="1" smtClean="0"/>
              <a:t>harus</a:t>
            </a:r>
            <a:r>
              <a:rPr lang="en-US" dirty="0" smtClean="0"/>
              <a:t> </a:t>
            </a:r>
            <a:r>
              <a:rPr lang="en-US" dirty="0" err="1" smtClean="0"/>
              <a:t>melakukan</a:t>
            </a:r>
            <a:r>
              <a:rPr lang="en-US" dirty="0" smtClean="0"/>
              <a:t> </a:t>
            </a:r>
          </a:p>
          <a:p>
            <a:r>
              <a:rPr lang="en-US" dirty="0" err="1" smtClean="0"/>
              <a:t>beberapa</a:t>
            </a:r>
            <a:r>
              <a:rPr lang="en-US" dirty="0" smtClean="0"/>
              <a:t> proses </a:t>
            </a:r>
            <a:r>
              <a:rPr lang="en-US" dirty="0" err="1" smtClean="0"/>
              <a:t>awal</a:t>
            </a:r>
            <a:r>
              <a:rPr lang="en-US" dirty="0" smtClean="0"/>
              <a:t> </a:t>
            </a:r>
            <a:r>
              <a:rPr lang="en-US" dirty="0" err="1" smtClean="0"/>
              <a:t>seperti</a:t>
            </a:r>
            <a:r>
              <a:rPr lang="en-US" dirty="0" smtClean="0"/>
              <a:t> </a:t>
            </a:r>
            <a:r>
              <a:rPr lang="en-US" dirty="0" err="1" smtClean="0"/>
              <a:t>analisi</a:t>
            </a:r>
            <a:r>
              <a:rPr lang="en-US" dirty="0" smtClean="0"/>
              <a:t> </a:t>
            </a:r>
            <a:r>
              <a:rPr lang="en-US" dirty="0" err="1" smtClean="0"/>
              <a:t>dan</a:t>
            </a:r>
            <a:r>
              <a:rPr lang="en-US" dirty="0" smtClean="0"/>
              <a:t> </a:t>
            </a:r>
            <a:r>
              <a:rPr lang="en-US" dirty="0" err="1" smtClean="0"/>
              <a:t>pengamatan</a:t>
            </a:r>
            <a:r>
              <a:rPr lang="en-US" dirty="0" smtClean="0"/>
              <a:t> </a:t>
            </a:r>
            <a:r>
              <a:rPr lang="en-US" dirty="0" err="1" smtClean="0"/>
              <a:t>pada</a:t>
            </a:r>
            <a:r>
              <a:rPr lang="en-US" dirty="0" smtClean="0"/>
              <a:t> </a:t>
            </a:r>
            <a:r>
              <a:rPr lang="en-US" dirty="0" err="1" smtClean="0"/>
              <a:t>lokasi</a:t>
            </a:r>
            <a:r>
              <a:rPr lang="en-US" dirty="0" smtClean="0"/>
              <a:t> </a:t>
            </a:r>
            <a:r>
              <a:rPr lang="en-US" dirty="0" err="1" smtClean="0"/>
              <a:t>pemasangan,dengan</a:t>
            </a:r>
            <a:r>
              <a:rPr lang="en-US" dirty="0" smtClean="0"/>
              <a:t> </a:t>
            </a:r>
            <a:r>
              <a:rPr lang="en-US" dirty="0" err="1" smtClean="0"/>
              <a:t>kemajuan</a:t>
            </a:r>
            <a:r>
              <a:rPr lang="en-US" dirty="0" smtClean="0"/>
              <a:t> </a:t>
            </a:r>
            <a:r>
              <a:rPr lang="en-US" dirty="0" err="1" smtClean="0"/>
              <a:t>teknologi</a:t>
            </a:r>
            <a:r>
              <a:rPr lang="en-US" dirty="0" smtClean="0"/>
              <a:t> </a:t>
            </a:r>
            <a:r>
              <a:rPr lang="en-US" dirty="0" err="1" smtClean="0"/>
              <a:t>pada</a:t>
            </a:r>
            <a:r>
              <a:rPr lang="en-US" dirty="0" smtClean="0"/>
              <a:t> </a:t>
            </a:r>
            <a:r>
              <a:rPr lang="en-US" dirty="0" err="1" smtClean="0"/>
              <a:t>saat</a:t>
            </a:r>
            <a:r>
              <a:rPr lang="en-US" dirty="0" smtClean="0"/>
              <a:t> </a:t>
            </a:r>
            <a:r>
              <a:rPr lang="en-US" dirty="0" err="1" smtClean="0"/>
              <a:t>ini,maka</a:t>
            </a:r>
            <a:r>
              <a:rPr lang="en-US" dirty="0" smtClean="0"/>
              <a:t> </a:t>
            </a:r>
            <a:r>
              <a:rPr lang="en-US" dirty="0" err="1" smtClean="0"/>
              <a:t>lebih</a:t>
            </a:r>
            <a:r>
              <a:rPr lang="en-US" dirty="0" smtClean="0"/>
              <a:t> </a:t>
            </a:r>
            <a:r>
              <a:rPr lang="en-US" dirty="0" err="1" smtClean="0"/>
              <a:t>banyak</a:t>
            </a:r>
            <a:r>
              <a:rPr lang="en-US" dirty="0" smtClean="0"/>
              <a:t> </a:t>
            </a:r>
            <a:r>
              <a:rPr lang="en-US" dirty="0" err="1" smtClean="0"/>
              <a:t>opsi</a:t>
            </a:r>
            <a:r>
              <a:rPr lang="en-US" dirty="0" smtClean="0"/>
              <a:t> yang </a:t>
            </a:r>
            <a:r>
              <a:rPr lang="en-US" dirty="0" err="1" smtClean="0"/>
              <a:t>dapat</a:t>
            </a:r>
            <a:r>
              <a:rPr lang="en-US" dirty="0" smtClean="0"/>
              <a:t> </a:t>
            </a:r>
            <a:r>
              <a:rPr lang="en-US" dirty="0" err="1" smtClean="0"/>
              <a:t>digunakan</a:t>
            </a:r>
            <a:r>
              <a:rPr lang="en-US" dirty="0" smtClean="0"/>
              <a:t> </a:t>
            </a:r>
            <a:r>
              <a:rPr lang="en-US" dirty="0" err="1" smtClean="0"/>
              <a:t>dalam</a:t>
            </a:r>
            <a:r>
              <a:rPr lang="en-US" dirty="0" smtClean="0"/>
              <a:t> </a:t>
            </a:r>
            <a:r>
              <a:rPr lang="en-US" dirty="0" err="1" smtClean="0"/>
              <a:t>melakukan</a:t>
            </a:r>
            <a:r>
              <a:rPr lang="en-US" dirty="0" smtClean="0"/>
              <a:t> </a:t>
            </a:r>
            <a:r>
              <a:rPr lang="en-US" dirty="0" err="1" smtClean="0"/>
              <a:t>pengamatan</a:t>
            </a:r>
            <a:r>
              <a:rPr lang="en-US" dirty="0" smtClean="0"/>
              <a:t> </a:t>
            </a:r>
            <a:r>
              <a:rPr lang="en-US" dirty="0" err="1" smtClean="0"/>
              <a:t>salah</a:t>
            </a:r>
            <a:r>
              <a:rPr lang="en-US" dirty="0" smtClean="0"/>
              <a:t> </a:t>
            </a:r>
            <a:r>
              <a:rPr lang="en-US" dirty="0" err="1" smtClean="0"/>
              <a:t>satu</a:t>
            </a:r>
            <a:r>
              <a:rPr lang="en-US" dirty="0" smtClean="0"/>
              <a:t> </a:t>
            </a:r>
            <a:r>
              <a:rPr lang="en-US" dirty="0" err="1" smtClean="0"/>
              <a:t>contohnya</a:t>
            </a:r>
            <a:r>
              <a:rPr lang="en-US" dirty="0" smtClean="0"/>
              <a:t> </a:t>
            </a:r>
            <a:r>
              <a:rPr lang="en-US" dirty="0" err="1" smtClean="0"/>
              <a:t>dengah</a:t>
            </a:r>
            <a:r>
              <a:rPr lang="en-US" dirty="0" smtClean="0"/>
              <a:t> </a:t>
            </a:r>
            <a:r>
              <a:rPr lang="en-US" dirty="0" err="1" smtClean="0"/>
              <a:t>menggunakan</a:t>
            </a:r>
            <a:r>
              <a:rPr lang="en-US" dirty="0" smtClean="0"/>
              <a:t> software yang </a:t>
            </a:r>
            <a:r>
              <a:rPr lang="en-US" dirty="0" err="1" smtClean="0"/>
              <a:t>dapat</a:t>
            </a:r>
            <a:r>
              <a:rPr lang="en-US" dirty="0" smtClean="0"/>
              <a:t> </a:t>
            </a:r>
            <a:r>
              <a:rPr lang="en-US" dirty="0" err="1" smtClean="0"/>
              <a:t>membantu</a:t>
            </a:r>
            <a:r>
              <a:rPr lang="en-US" dirty="0" smtClean="0"/>
              <a:t> </a:t>
            </a:r>
            <a:r>
              <a:rPr lang="en-US" dirty="0" err="1" smtClean="0"/>
              <a:t>kinerja</a:t>
            </a:r>
            <a:r>
              <a:rPr lang="en-US" dirty="0" smtClean="0"/>
              <a:t> </a:t>
            </a:r>
          </a:p>
          <a:p>
            <a:r>
              <a:rPr lang="en-US" dirty="0" err="1" smtClean="0"/>
              <a:t>menjadi</a:t>
            </a:r>
            <a:r>
              <a:rPr lang="en-US" dirty="0" smtClean="0"/>
              <a:t> </a:t>
            </a:r>
            <a:r>
              <a:rPr lang="en-US" dirty="0" err="1" smtClean="0"/>
              <a:t>lebih</a:t>
            </a:r>
            <a:r>
              <a:rPr lang="en-US" dirty="0" smtClean="0"/>
              <a:t> </a:t>
            </a:r>
            <a:r>
              <a:rPr lang="en-US" dirty="0" err="1" smtClean="0"/>
              <a:t>praktis</a:t>
            </a:r>
            <a:r>
              <a:rPr lang="en-US" dirty="0" smtClean="0"/>
              <a:t>.</a:t>
            </a: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848" y="2139702"/>
            <a:ext cx="2713484" cy="18813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4288" y="-92546"/>
            <a:ext cx="2082341" cy="1019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18134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2800" dirty="0" err="1" smtClean="0"/>
              <a:t>Rumusan</a:t>
            </a:r>
            <a:r>
              <a:rPr lang="en-US" sz="2800" dirty="0" smtClean="0"/>
              <a:t> </a:t>
            </a:r>
            <a:r>
              <a:rPr lang="en-US" sz="2800" dirty="0" err="1" smtClean="0"/>
              <a:t>Masalah</a:t>
            </a:r>
            <a:endParaRPr lang="en-US" sz="2800" dirty="0"/>
          </a:p>
        </p:txBody>
      </p:sp>
      <p:sp>
        <p:nvSpPr>
          <p:cNvPr id="3" name="Text Placeholder 2"/>
          <p:cNvSpPr>
            <a:spLocks noGrp="1"/>
          </p:cNvSpPr>
          <p:nvPr>
            <p:ph type="body" sz="quarter" idx="11"/>
          </p:nvPr>
        </p:nvSpPr>
        <p:spPr>
          <a:xfrm>
            <a:off x="611560" y="771550"/>
            <a:ext cx="7740352" cy="2376264"/>
          </a:xfrm>
        </p:spPr>
        <p:txBody>
          <a:bodyPr/>
          <a:lstStyle/>
          <a:p>
            <a:r>
              <a:rPr lang="id-ID" sz="1200" dirty="0"/>
              <a:t>Pada latar belakang penelitian ini didapat beberapa rumusan masalah yaitu:</a:t>
            </a:r>
            <a:endParaRPr lang="en-US" sz="1200" dirty="0"/>
          </a:p>
          <a:p>
            <a:pPr lvl="2"/>
            <a:r>
              <a:rPr lang="id-ID" sz="1200" dirty="0"/>
              <a:t>Bagaimanakah cara Melakukan Perencanaan perancangan sistem PLTS di Al-Huda Islamic </a:t>
            </a:r>
            <a:endParaRPr lang="en-US" sz="1200" dirty="0" smtClean="0"/>
          </a:p>
          <a:p>
            <a:pPr marL="914400" lvl="2" indent="0">
              <a:buNone/>
            </a:pPr>
            <a:r>
              <a:rPr lang="en-US" sz="1200" dirty="0" smtClean="0"/>
              <a:t>      </a:t>
            </a:r>
            <a:r>
              <a:rPr lang="id-ID" sz="1200" dirty="0" smtClean="0"/>
              <a:t>Education </a:t>
            </a:r>
            <a:r>
              <a:rPr lang="id-ID" sz="1200" dirty="0"/>
              <a:t>Centre ?</a:t>
            </a:r>
            <a:endParaRPr lang="en-US" sz="1200" dirty="0"/>
          </a:p>
          <a:p>
            <a:pPr lvl="2"/>
            <a:r>
              <a:rPr lang="id-ID" sz="1200" dirty="0"/>
              <a:t>Faktor apa saja yang memnyebabkan perlunya sistem PLTS di Al-Huda Islamic Education Centre ?</a:t>
            </a:r>
            <a:endParaRPr lang="en-US" sz="1200" dirty="0"/>
          </a:p>
          <a:p>
            <a:pPr lvl="2"/>
            <a:r>
              <a:rPr lang="id-ID" sz="1200" dirty="0"/>
              <a:t>Bagaimana perancangan PLTS nantinya pada Sekolah Al-Huda Islamic Education Centre ?</a:t>
            </a:r>
            <a:endParaRPr lang="en-US" sz="1200" dirty="0"/>
          </a:p>
          <a:p>
            <a:pPr lvl="2"/>
            <a:r>
              <a:rPr lang="id-ID" sz="1200" dirty="0"/>
              <a:t>Faktor apa saja yang akan mempengaruhi kinerja sistem PLTS ?</a:t>
            </a:r>
            <a:endParaRPr lang="en-US" sz="1200" dirty="0"/>
          </a:p>
          <a:p>
            <a:pPr lvl="2"/>
            <a:r>
              <a:rPr lang="id-ID" sz="1200" dirty="0"/>
              <a:t>Apa saja yang diperlukan dalam melakukan Perencanaan PLTS engan sistem Off Grid ?</a:t>
            </a:r>
            <a:endParaRPr lang="en-US" sz="1200" dirty="0"/>
          </a:p>
          <a:p>
            <a:endParaRPr lang="en-US" dirty="0"/>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20272" y="-21498"/>
            <a:ext cx="2201664" cy="1077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8305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2400" dirty="0" err="1" smtClean="0"/>
              <a:t>Tujuan</a:t>
            </a:r>
            <a:r>
              <a:rPr lang="en-US" sz="2400" dirty="0" smtClean="0"/>
              <a:t> Dan </a:t>
            </a:r>
            <a:r>
              <a:rPr lang="en-US" sz="2400" dirty="0" err="1" smtClean="0"/>
              <a:t>Manfaat</a:t>
            </a:r>
            <a:r>
              <a:rPr lang="en-US" sz="2400" dirty="0" smtClean="0"/>
              <a:t> </a:t>
            </a:r>
            <a:r>
              <a:rPr lang="en-US" sz="2400" dirty="0" err="1" smtClean="0"/>
              <a:t>Penelitian</a:t>
            </a:r>
            <a:r>
              <a:rPr lang="en-US" sz="2400" dirty="0" smtClean="0"/>
              <a:t> </a:t>
            </a:r>
            <a:endParaRPr lang="en-US" sz="2400" dirty="0"/>
          </a:p>
        </p:txBody>
      </p:sp>
      <p:sp>
        <p:nvSpPr>
          <p:cNvPr id="3" name="Text Placeholder 2"/>
          <p:cNvSpPr>
            <a:spLocks noGrp="1"/>
          </p:cNvSpPr>
          <p:nvPr>
            <p:ph type="body" sz="quarter" idx="11"/>
          </p:nvPr>
        </p:nvSpPr>
        <p:spPr>
          <a:xfrm>
            <a:off x="0" y="699542"/>
            <a:ext cx="9144000" cy="2592288"/>
          </a:xfrm>
        </p:spPr>
        <p:txBody>
          <a:bodyPr anchor="t"/>
          <a:lstStyle/>
          <a:p>
            <a:pPr lvl="1">
              <a:buFont typeface="Arial" panose="020B0604020202020204" pitchFamily="34" charset="0"/>
              <a:buChar char="•"/>
            </a:pPr>
            <a:r>
              <a:rPr lang="id-ID" sz="1400" b="1" dirty="0"/>
              <a:t>Tujuan penelitian</a:t>
            </a:r>
            <a:endParaRPr lang="en-US" sz="1400" b="1" dirty="0"/>
          </a:p>
          <a:p>
            <a:pPr algn="just"/>
            <a:r>
              <a:rPr lang="id-ID" dirty="0"/>
              <a:t>Pada penelitian ini memiliki tujuan untuk mengetahui kondisi sistem kelistrikan pada alhuda Islamic Educaton Centre  pada saat sebelum memakai PLTS dan sesudah dipasang PLTS serta mengetahui bagaimana proses perancangan PLTS dan Manfaatnya di sekolah </a:t>
            </a:r>
            <a:r>
              <a:rPr lang="id-ID" dirty="0" smtClean="0"/>
              <a:t>tersebut.</a:t>
            </a:r>
            <a:endParaRPr lang="en-US" dirty="0"/>
          </a:p>
          <a:p>
            <a:pPr marL="285750" indent="-285750" algn="just">
              <a:buFont typeface="Arial" panose="020B0604020202020204" pitchFamily="34" charset="0"/>
              <a:buChar char="•"/>
            </a:pPr>
            <a:r>
              <a:rPr lang="id-ID" sz="1400" b="1" dirty="0" smtClean="0"/>
              <a:t>Manfaat </a:t>
            </a:r>
            <a:r>
              <a:rPr lang="id-ID" sz="1400" b="1" dirty="0"/>
              <a:t>penelitian</a:t>
            </a:r>
            <a:endParaRPr lang="en-US" sz="1400" b="1" dirty="0"/>
          </a:p>
          <a:p>
            <a:pPr algn="just"/>
            <a:r>
              <a:rPr lang="id-ID" dirty="0"/>
              <a:t>Adapun manfaat yang akan kita dapatkan dari penelitian ini yaitu kita dapat memahami suatu perencanaan dalam pemasangan PLTS dan berinovasi dalam sistem PLTS yang nantinya bisa dapat memfasilitasi lebih banyak tempat edukasi dan di bidang pendidikan manfaat penelitian ini juga untuk menambah ilmu-ilmu mahasiswa </a:t>
            </a:r>
            <a:endParaRPr lang="en-US" dirty="0" smtClean="0"/>
          </a:p>
          <a:p>
            <a:pPr algn="just"/>
            <a:r>
              <a:rPr lang="id-ID" dirty="0" smtClean="0"/>
              <a:t>dibidang </a:t>
            </a:r>
            <a:r>
              <a:rPr lang="id-ID" dirty="0"/>
              <a:t>energi baru terbarukan</a:t>
            </a:r>
            <a:endParaRPr lang="en-US" dirty="0"/>
          </a:p>
          <a:p>
            <a:pPr algn="just"/>
            <a:endParaRPr lang="en-US" dirty="0"/>
          </a:p>
          <a:p>
            <a:endParaRPr lang="en-US" dirty="0"/>
          </a:p>
        </p:txBody>
      </p:sp>
      <p:pic>
        <p:nvPicPr>
          <p:cNvPr id="1433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45941" y="-34269"/>
            <a:ext cx="2129656" cy="1042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6649540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2800" dirty="0" err="1" smtClean="0"/>
              <a:t>Ruang</a:t>
            </a:r>
            <a:r>
              <a:rPr lang="en-US" sz="2800" dirty="0" smtClean="0"/>
              <a:t> </a:t>
            </a:r>
            <a:r>
              <a:rPr lang="en-US" sz="2800" dirty="0" err="1" smtClean="0"/>
              <a:t>Lingkup</a:t>
            </a:r>
            <a:endParaRPr lang="en-US" sz="2800" dirty="0"/>
          </a:p>
        </p:txBody>
      </p:sp>
      <p:sp>
        <p:nvSpPr>
          <p:cNvPr id="3" name="Text Placeholder 2"/>
          <p:cNvSpPr>
            <a:spLocks noGrp="1"/>
          </p:cNvSpPr>
          <p:nvPr>
            <p:ph type="body" sz="quarter" idx="11"/>
          </p:nvPr>
        </p:nvSpPr>
        <p:spPr>
          <a:xfrm>
            <a:off x="0" y="699542"/>
            <a:ext cx="9144000" cy="2664296"/>
          </a:xfrm>
        </p:spPr>
        <p:txBody>
          <a:bodyPr anchor="t"/>
          <a:lstStyle/>
          <a:p>
            <a:pPr algn="just"/>
            <a:r>
              <a:rPr lang="id-ID" sz="1200" dirty="0"/>
              <a:t>Ruang lingkup masalah membahas yang berkaitan dengan rumusan masalah,agar pembahasan yang dibahas tidak meluas, maka batasan-batasan masalahnya sebegai berikut </a:t>
            </a:r>
            <a:r>
              <a:rPr lang="id-ID" sz="1200" dirty="0" smtClean="0"/>
              <a:t>:</a:t>
            </a:r>
            <a:endParaRPr lang="en-US" sz="1200" dirty="0" smtClean="0"/>
          </a:p>
          <a:p>
            <a:pPr algn="just"/>
            <a:endParaRPr lang="en-US" sz="1200" dirty="0"/>
          </a:p>
          <a:p>
            <a:pPr lvl="2"/>
            <a:r>
              <a:rPr lang="id-ID" sz="1400" dirty="0"/>
              <a:t>Sistematis perancangan PLTS sistem </a:t>
            </a:r>
            <a:r>
              <a:rPr lang="id-ID" sz="1400" i="1" dirty="0"/>
              <a:t>Off Grid </a:t>
            </a:r>
            <a:r>
              <a:rPr lang="id-ID" sz="1400" dirty="0"/>
              <a:t>Pada Sekolah Al-Huda Islamic Education Centre</a:t>
            </a:r>
            <a:endParaRPr lang="en-US" sz="1400" dirty="0"/>
          </a:p>
          <a:p>
            <a:pPr lvl="2"/>
            <a:r>
              <a:rPr lang="id-ID" sz="1400" dirty="0"/>
              <a:t>Kondisi kondisi tertentu yang menjadi faktor ditentukannya poin poin pada perancangan </a:t>
            </a:r>
            <a:r>
              <a:rPr lang="id-ID" sz="1400" i="1" dirty="0"/>
              <a:t>Off grid </a:t>
            </a:r>
            <a:r>
              <a:rPr lang="id-ID" sz="1400" dirty="0"/>
              <a:t>di Al-Huda Islamic Education Centre</a:t>
            </a:r>
            <a:endParaRPr lang="en-US" sz="1400" dirty="0"/>
          </a:p>
          <a:p>
            <a:pPr lvl="2"/>
            <a:r>
              <a:rPr lang="id-ID" sz="1400" dirty="0"/>
              <a:t>Faktor shading dan Radiasi Matahari pada lokasi ploting yang akan berpengaruh dalam perencanaan prancangan di Al-huda Islamic Education Centre </a:t>
            </a:r>
            <a:endParaRPr lang="en-US" sz="1400" dirty="0"/>
          </a:p>
          <a:p>
            <a:pPr lvl="2"/>
            <a:r>
              <a:rPr lang="id-ID" sz="1400" dirty="0"/>
              <a:t>Pengambilan data dilakukan pada Sekolah Alhuda Islamic education Centre </a:t>
            </a:r>
            <a:endParaRPr lang="en-US" sz="1400" dirty="0"/>
          </a:p>
          <a:p>
            <a:r>
              <a:rPr lang="id-ID" dirty="0"/>
              <a:t> </a:t>
            </a:r>
            <a:endParaRPr lang="en-US" dirty="0"/>
          </a:p>
          <a:p>
            <a:pPr algn="just"/>
            <a:endParaRPr lang="en-US"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6256" y="-92546"/>
            <a:ext cx="2500806" cy="1224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8307449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altLang="ko-KR" sz="2400" dirty="0" err="1" smtClean="0"/>
              <a:t>Konsep</a:t>
            </a:r>
            <a:r>
              <a:rPr lang="en-US" altLang="ko-KR" sz="2400" dirty="0" smtClean="0"/>
              <a:t> </a:t>
            </a:r>
            <a:r>
              <a:rPr lang="en-US" altLang="ko-KR" sz="2400" dirty="0" err="1" smtClean="0"/>
              <a:t>Teori</a:t>
            </a:r>
            <a:r>
              <a:rPr lang="en-US" altLang="ko-KR" sz="2400" dirty="0" smtClean="0"/>
              <a:t> </a:t>
            </a:r>
            <a:r>
              <a:rPr lang="en-US" altLang="ko-KR" sz="2400" dirty="0" err="1" smtClean="0"/>
              <a:t>dan</a:t>
            </a:r>
            <a:r>
              <a:rPr lang="en-US" altLang="ko-KR" sz="2400" dirty="0" smtClean="0"/>
              <a:t> </a:t>
            </a:r>
            <a:r>
              <a:rPr lang="en-US" altLang="ko-KR" sz="2400" dirty="0" err="1" smtClean="0"/>
              <a:t>Penerapan</a:t>
            </a:r>
            <a:r>
              <a:rPr lang="en-US" altLang="ko-KR" sz="2400" dirty="0" smtClean="0"/>
              <a:t> </a:t>
            </a:r>
            <a:r>
              <a:rPr lang="en-US" altLang="ko-KR" sz="2400" dirty="0" err="1" smtClean="0"/>
              <a:t>Landasan</a:t>
            </a:r>
            <a:r>
              <a:rPr lang="en-US" altLang="ko-KR" sz="2400" dirty="0" smtClean="0"/>
              <a:t> </a:t>
            </a:r>
            <a:r>
              <a:rPr lang="en-US" altLang="ko-KR" sz="2400" dirty="0" err="1" smtClean="0"/>
              <a:t>Penelitian</a:t>
            </a:r>
            <a:r>
              <a:rPr lang="en-US" altLang="ko-KR" sz="2400" dirty="0" smtClean="0"/>
              <a:t> </a:t>
            </a:r>
            <a:endParaRPr lang="ko-KR" altLang="en-US" sz="2400" dirty="0"/>
          </a:p>
        </p:txBody>
      </p:sp>
      <p:sp>
        <p:nvSpPr>
          <p:cNvPr id="3" name="Text Placeholder 2"/>
          <p:cNvSpPr>
            <a:spLocks noGrp="1"/>
          </p:cNvSpPr>
          <p:nvPr>
            <p:ph type="body" sz="quarter" idx="11"/>
          </p:nvPr>
        </p:nvSpPr>
        <p:spPr>
          <a:xfrm>
            <a:off x="539552" y="757696"/>
            <a:ext cx="7560840" cy="2390118"/>
          </a:xfrm>
        </p:spPr>
        <p:txBody>
          <a:bodyPr anchor="t"/>
          <a:lstStyle/>
          <a:p>
            <a:pPr lvl="0" algn="just"/>
            <a:r>
              <a:rPr lang="en-US" altLang="ko-KR" b="1" dirty="0" err="1" smtClean="0"/>
              <a:t>Sistem</a:t>
            </a:r>
            <a:r>
              <a:rPr lang="en-US" altLang="ko-KR" b="1" dirty="0" smtClean="0"/>
              <a:t> </a:t>
            </a:r>
            <a:r>
              <a:rPr lang="en-US" altLang="ko-KR" b="1" dirty="0"/>
              <a:t>Tenaga Surya</a:t>
            </a:r>
          </a:p>
          <a:p>
            <a:pPr lvl="0" algn="just"/>
            <a:r>
              <a:rPr lang="en-US" altLang="ko-KR" b="1" dirty="0" err="1"/>
              <a:t>Pada</a:t>
            </a:r>
            <a:r>
              <a:rPr lang="en-US" altLang="ko-KR" b="1" dirty="0"/>
              <a:t> </a:t>
            </a:r>
            <a:r>
              <a:rPr lang="en-US" altLang="ko-KR" b="1" dirty="0" err="1"/>
              <a:t>sistem</a:t>
            </a:r>
            <a:r>
              <a:rPr lang="en-US" altLang="ko-KR" b="1" dirty="0"/>
              <a:t> </a:t>
            </a:r>
            <a:r>
              <a:rPr lang="en-US" altLang="ko-KR" b="1" dirty="0" err="1"/>
              <a:t>tenaga</a:t>
            </a:r>
            <a:r>
              <a:rPr lang="en-US" altLang="ko-KR" b="1" dirty="0"/>
              <a:t> </a:t>
            </a:r>
            <a:r>
              <a:rPr lang="en-US" altLang="ko-KR" b="1" dirty="0" err="1"/>
              <a:t>matahari</a:t>
            </a:r>
            <a:r>
              <a:rPr lang="en-US" altLang="ko-KR" b="1" dirty="0"/>
              <a:t> </a:t>
            </a:r>
            <a:r>
              <a:rPr lang="en-US" altLang="ko-KR" b="1" dirty="0" err="1"/>
              <a:t>terdapat</a:t>
            </a:r>
            <a:r>
              <a:rPr lang="en-US" altLang="ko-KR" b="1" dirty="0"/>
              <a:t> panel </a:t>
            </a:r>
            <a:r>
              <a:rPr lang="en-US" altLang="ko-KR" b="1" dirty="0" err="1"/>
              <a:t>surya</a:t>
            </a:r>
            <a:r>
              <a:rPr lang="en-US" altLang="ko-KR" b="1" dirty="0"/>
              <a:t> yang </a:t>
            </a:r>
            <a:r>
              <a:rPr lang="en-US" altLang="ko-KR" b="1" dirty="0" err="1"/>
              <a:t>mempunyai</a:t>
            </a:r>
            <a:r>
              <a:rPr lang="en-US" altLang="ko-KR" b="1" dirty="0"/>
              <a:t> </a:t>
            </a:r>
            <a:r>
              <a:rPr lang="en-US" altLang="ko-KR" b="1" dirty="0" err="1"/>
              <a:t>fungsi</a:t>
            </a:r>
            <a:r>
              <a:rPr lang="en-US" altLang="ko-KR" b="1" dirty="0"/>
              <a:t> </a:t>
            </a:r>
            <a:r>
              <a:rPr lang="en-US" altLang="ko-KR" b="1" dirty="0" err="1"/>
              <a:t>merubah</a:t>
            </a:r>
            <a:r>
              <a:rPr lang="en-US" altLang="ko-KR" b="1" dirty="0"/>
              <a:t> </a:t>
            </a:r>
            <a:r>
              <a:rPr lang="en-US" altLang="ko-KR" b="1" dirty="0" err="1"/>
              <a:t>energi</a:t>
            </a:r>
            <a:r>
              <a:rPr lang="en-US" altLang="ko-KR" b="1" dirty="0"/>
              <a:t> </a:t>
            </a:r>
            <a:r>
              <a:rPr lang="en-US" altLang="ko-KR" b="1" dirty="0" err="1"/>
              <a:t>surya</a:t>
            </a:r>
            <a:r>
              <a:rPr lang="en-US" altLang="ko-KR" b="1" dirty="0"/>
              <a:t> </a:t>
            </a:r>
            <a:r>
              <a:rPr lang="en-US" altLang="ko-KR" b="1" dirty="0" err="1"/>
              <a:t>menjadi</a:t>
            </a:r>
            <a:r>
              <a:rPr lang="en-US" altLang="ko-KR" b="1" dirty="0"/>
              <a:t> </a:t>
            </a:r>
            <a:r>
              <a:rPr lang="en-US" altLang="ko-KR" b="1" dirty="0" err="1"/>
              <a:t>tenaga</a:t>
            </a:r>
            <a:r>
              <a:rPr lang="en-US" altLang="ko-KR" b="1" dirty="0"/>
              <a:t> </a:t>
            </a:r>
            <a:r>
              <a:rPr lang="en-US" altLang="ko-KR" b="1" dirty="0" err="1"/>
              <a:t>listrik,perubahan</a:t>
            </a:r>
            <a:r>
              <a:rPr lang="en-US" altLang="ko-KR" b="1" dirty="0"/>
              <a:t> </a:t>
            </a:r>
            <a:r>
              <a:rPr lang="en-US" altLang="ko-KR" b="1" dirty="0" err="1"/>
              <a:t>energi</a:t>
            </a:r>
            <a:r>
              <a:rPr lang="en-US" altLang="ko-KR" b="1" dirty="0"/>
              <a:t> </a:t>
            </a:r>
            <a:r>
              <a:rPr lang="en-US" altLang="ko-KR" b="1" dirty="0" err="1"/>
              <a:t>matahari</a:t>
            </a:r>
            <a:r>
              <a:rPr lang="en-US" altLang="ko-KR" b="1" dirty="0"/>
              <a:t> yang </a:t>
            </a:r>
            <a:r>
              <a:rPr lang="en-US" altLang="ko-KR" b="1" dirty="0" err="1"/>
              <a:t>akan</a:t>
            </a:r>
            <a:r>
              <a:rPr lang="en-US" altLang="ko-KR" b="1" dirty="0"/>
              <a:t> </a:t>
            </a:r>
            <a:r>
              <a:rPr lang="en-US" altLang="ko-KR" b="1" dirty="0" err="1"/>
              <a:t>diubah</a:t>
            </a:r>
            <a:r>
              <a:rPr lang="en-US" altLang="ko-KR" b="1" dirty="0"/>
              <a:t> </a:t>
            </a:r>
            <a:r>
              <a:rPr lang="en-US" altLang="ko-KR" b="1" dirty="0" err="1"/>
              <a:t>ke</a:t>
            </a:r>
            <a:r>
              <a:rPr lang="en-US" altLang="ko-KR" b="1" dirty="0"/>
              <a:t> </a:t>
            </a:r>
            <a:r>
              <a:rPr lang="en-US" altLang="ko-KR" b="1" dirty="0" err="1"/>
              <a:t>energi</a:t>
            </a:r>
            <a:r>
              <a:rPr lang="en-US" altLang="ko-KR" b="1" dirty="0"/>
              <a:t> </a:t>
            </a:r>
            <a:r>
              <a:rPr lang="en-US" altLang="ko-KR" b="1" dirty="0" err="1"/>
              <a:t>listrik</a:t>
            </a:r>
            <a:r>
              <a:rPr lang="en-US" altLang="ko-KR" b="1" dirty="0"/>
              <a:t> </a:t>
            </a:r>
            <a:r>
              <a:rPr lang="en-US" altLang="ko-KR" b="1" dirty="0" err="1"/>
              <a:t>ini</a:t>
            </a:r>
            <a:r>
              <a:rPr lang="en-US" altLang="ko-KR" b="1" dirty="0"/>
              <a:t> </a:t>
            </a:r>
            <a:r>
              <a:rPr lang="en-US" altLang="ko-KR" b="1" dirty="0" err="1"/>
              <a:t>menggunakan</a:t>
            </a:r>
            <a:r>
              <a:rPr lang="en-US" altLang="ko-KR" b="1" dirty="0"/>
              <a:t> </a:t>
            </a:r>
            <a:r>
              <a:rPr lang="en-US" altLang="ko-KR" b="1" dirty="0" err="1"/>
              <a:t>prinsip</a:t>
            </a:r>
            <a:r>
              <a:rPr lang="en-US" altLang="ko-KR" b="1" dirty="0"/>
              <a:t> </a:t>
            </a:r>
            <a:r>
              <a:rPr lang="en-US" altLang="ko-KR" b="1" dirty="0" err="1"/>
              <a:t>photovoltaic,Pada</a:t>
            </a:r>
            <a:r>
              <a:rPr lang="en-US" altLang="ko-KR" b="1" dirty="0"/>
              <a:t> </a:t>
            </a:r>
            <a:r>
              <a:rPr lang="en-US" altLang="ko-KR" b="1" dirty="0" err="1"/>
              <a:t>umumnya</a:t>
            </a:r>
            <a:r>
              <a:rPr lang="en-US" altLang="ko-KR" b="1" dirty="0"/>
              <a:t> </a:t>
            </a:r>
            <a:r>
              <a:rPr lang="en-US" altLang="ko-KR" b="1" dirty="0" err="1"/>
              <a:t>dapat</a:t>
            </a:r>
            <a:r>
              <a:rPr lang="en-US" altLang="ko-KR" b="1" dirty="0"/>
              <a:t> </a:t>
            </a:r>
            <a:r>
              <a:rPr lang="en-US" altLang="ko-KR" b="1" dirty="0" err="1"/>
              <a:t>dikatakan</a:t>
            </a:r>
            <a:r>
              <a:rPr lang="en-US" altLang="ko-KR" b="1" dirty="0"/>
              <a:t> juga  </a:t>
            </a:r>
            <a:r>
              <a:rPr lang="en-US" altLang="ko-KR" b="1" dirty="0" err="1"/>
              <a:t>sebagai</a:t>
            </a:r>
            <a:r>
              <a:rPr lang="en-US" altLang="ko-KR" b="1" dirty="0"/>
              <a:t> </a:t>
            </a:r>
            <a:r>
              <a:rPr lang="en-US" altLang="ko-KR" b="1" dirty="0" err="1"/>
              <a:t>sel</a:t>
            </a:r>
            <a:r>
              <a:rPr lang="en-US" altLang="ko-KR" b="1" dirty="0"/>
              <a:t> yang </a:t>
            </a:r>
            <a:r>
              <a:rPr lang="en-US" altLang="ko-KR" b="1" dirty="0" err="1"/>
              <a:t>mampu</a:t>
            </a:r>
            <a:r>
              <a:rPr lang="en-US" altLang="ko-KR" b="1" dirty="0"/>
              <a:t> </a:t>
            </a:r>
            <a:r>
              <a:rPr lang="en-US" altLang="ko-KR" b="1" dirty="0" err="1"/>
              <a:t>merubah</a:t>
            </a:r>
            <a:r>
              <a:rPr lang="en-US" altLang="ko-KR" b="1" dirty="0"/>
              <a:t> </a:t>
            </a:r>
            <a:r>
              <a:rPr lang="en-US" altLang="ko-KR" b="1" dirty="0" err="1"/>
              <a:t>energi</a:t>
            </a:r>
            <a:r>
              <a:rPr lang="en-US" altLang="ko-KR" b="1" dirty="0"/>
              <a:t> </a:t>
            </a:r>
            <a:r>
              <a:rPr lang="en-US" altLang="ko-KR" b="1" dirty="0" err="1"/>
              <a:t>surya</a:t>
            </a:r>
            <a:r>
              <a:rPr lang="en-US" altLang="ko-KR" b="1" dirty="0"/>
              <a:t> </a:t>
            </a:r>
            <a:r>
              <a:rPr lang="en-US" altLang="ko-KR" b="1" dirty="0" err="1"/>
              <a:t>merupakan</a:t>
            </a:r>
            <a:r>
              <a:rPr lang="en-US" altLang="ko-KR" b="1" dirty="0"/>
              <a:t> </a:t>
            </a:r>
            <a:r>
              <a:rPr lang="en-US" altLang="ko-KR" b="1" dirty="0" err="1"/>
              <a:t>suatu</a:t>
            </a:r>
            <a:r>
              <a:rPr lang="en-US" altLang="ko-KR" b="1" dirty="0"/>
              <a:t> </a:t>
            </a:r>
            <a:r>
              <a:rPr lang="en-US" altLang="ko-KR" b="1" dirty="0" err="1"/>
              <a:t>alat</a:t>
            </a:r>
            <a:r>
              <a:rPr lang="en-US" altLang="ko-KR" b="1" dirty="0"/>
              <a:t> </a:t>
            </a:r>
            <a:r>
              <a:rPr lang="en-US" altLang="ko-KR" b="1" dirty="0" err="1"/>
              <a:t>elektronika</a:t>
            </a:r>
            <a:r>
              <a:rPr lang="en-US" altLang="ko-KR" b="1" dirty="0"/>
              <a:t> </a:t>
            </a:r>
            <a:r>
              <a:rPr lang="en-US" altLang="ko-KR" b="1" dirty="0" err="1"/>
              <a:t>atau</a:t>
            </a:r>
            <a:r>
              <a:rPr lang="en-US" altLang="ko-KR" b="1" dirty="0"/>
              <a:t> </a:t>
            </a:r>
            <a:r>
              <a:rPr lang="en-US" altLang="ko-KR" b="1" dirty="0" err="1"/>
              <a:t>elektrikal</a:t>
            </a:r>
            <a:r>
              <a:rPr lang="en-US" altLang="ko-KR" b="1" dirty="0"/>
              <a:t> </a:t>
            </a:r>
            <a:r>
              <a:rPr lang="en-US" altLang="ko-KR" b="1" dirty="0" err="1"/>
              <a:t>semikonduktor</a:t>
            </a:r>
            <a:r>
              <a:rPr lang="en-US" altLang="ko-KR" b="1" dirty="0"/>
              <a:t> yang </a:t>
            </a:r>
            <a:r>
              <a:rPr lang="en-US" altLang="ko-KR" b="1" dirty="0" err="1"/>
              <a:t>bisa</a:t>
            </a:r>
            <a:r>
              <a:rPr lang="en-US" altLang="ko-KR" b="1" dirty="0"/>
              <a:t> </a:t>
            </a:r>
            <a:r>
              <a:rPr lang="en-US" altLang="ko-KR" b="1" dirty="0" err="1"/>
              <a:t>dapat</a:t>
            </a:r>
            <a:r>
              <a:rPr lang="en-US" altLang="ko-KR" b="1" dirty="0"/>
              <a:t> </a:t>
            </a:r>
            <a:r>
              <a:rPr lang="en-US" altLang="ko-KR" b="1" dirty="0" err="1"/>
              <a:t>mengkonversi</a:t>
            </a:r>
            <a:r>
              <a:rPr lang="en-US" altLang="ko-KR" b="1" dirty="0"/>
              <a:t> </a:t>
            </a:r>
            <a:r>
              <a:rPr lang="en-US" altLang="ko-KR" b="1" dirty="0" err="1"/>
              <a:t>atau</a:t>
            </a:r>
            <a:r>
              <a:rPr lang="en-US" altLang="ko-KR" b="1" dirty="0"/>
              <a:t> </a:t>
            </a:r>
            <a:r>
              <a:rPr lang="en-US" altLang="ko-KR" b="1" dirty="0" err="1"/>
              <a:t>merubah</a:t>
            </a:r>
            <a:r>
              <a:rPr lang="en-US" altLang="ko-KR" b="1" dirty="0"/>
              <a:t> </a:t>
            </a:r>
            <a:r>
              <a:rPr lang="en-US" altLang="ko-KR" b="1" dirty="0" err="1"/>
              <a:t>suatu</a:t>
            </a:r>
            <a:r>
              <a:rPr lang="en-US" altLang="ko-KR" b="1" dirty="0"/>
              <a:t> </a:t>
            </a:r>
            <a:r>
              <a:rPr lang="en-US" altLang="ko-KR" b="1" dirty="0" err="1"/>
              <a:t>sinar</a:t>
            </a:r>
            <a:r>
              <a:rPr lang="en-US" altLang="ko-KR" b="1" dirty="0"/>
              <a:t> </a:t>
            </a:r>
            <a:r>
              <a:rPr lang="en-US" altLang="ko-KR" b="1" dirty="0" err="1"/>
              <a:t>pancaran</a:t>
            </a:r>
            <a:r>
              <a:rPr lang="en-US" altLang="ko-KR" b="1" dirty="0"/>
              <a:t> </a:t>
            </a:r>
            <a:r>
              <a:rPr lang="en-US" altLang="ko-KR" b="1" dirty="0" err="1"/>
              <a:t>secara</a:t>
            </a:r>
            <a:r>
              <a:rPr lang="en-US" altLang="ko-KR" b="1" dirty="0"/>
              <a:t> </a:t>
            </a:r>
            <a:r>
              <a:rPr lang="en-US" altLang="ko-KR" b="1" dirty="0" err="1"/>
              <a:t>lansung</a:t>
            </a:r>
            <a:r>
              <a:rPr lang="en-US" altLang="ko-KR" b="1" dirty="0"/>
              <a:t> </a:t>
            </a:r>
            <a:r>
              <a:rPr lang="en-US" altLang="ko-KR" b="1" dirty="0" err="1"/>
              <a:t>dan</a:t>
            </a:r>
            <a:r>
              <a:rPr lang="en-US" altLang="ko-KR" b="1" dirty="0"/>
              <a:t> </a:t>
            </a:r>
            <a:r>
              <a:rPr lang="en-US" altLang="ko-KR" b="1" dirty="0" err="1"/>
              <a:t>mampu</a:t>
            </a:r>
            <a:r>
              <a:rPr lang="en-US" altLang="ko-KR" b="1" dirty="0"/>
              <a:t> di </a:t>
            </a:r>
            <a:r>
              <a:rPr lang="en-US" altLang="ko-KR" b="1" dirty="0" err="1"/>
              <a:t>konversikan</a:t>
            </a:r>
            <a:r>
              <a:rPr lang="en-US" altLang="ko-KR" b="1" dirty="0"/>
              <a:t> </a:t>
            </a:r>
            <a:r>
              <a:rPr lang="en-US" altLang="ko-KR" b="1" dirty="0" err="1"/>
              <a:t>menjadi</a:t>
            </a:r>
            <a:r>
              <a:rPr lang="en-US" altLang="ko-KR" b="1" dirty="0"/>
              <a:t> </a:t>
            </a:r>
            <a:r>
              <a:rPr lang="en-US" altLang="ko-KR" b="1" dirty="0" err="1"/>
              <a:t>arus</a:t>
            </a:r>
            <a:r>
              <a:rPr lang="en-US" altLang="ko-KR" b="1" dirty="0"/>
              <a:t> </a:t>
            </a:r>
            <a:r>
              <a:rPr lang="en-US" altLang="ko-KR" b="1" dirty="0" err="1"/>
              <a:t>listrik</a:t>
            </a:r>
            <a:r>
              <a:rPr lang="en-US" altLang="ko-KR" b="1" dirty="0"/>
              <a:t> </a:t>
            </a:r>
            <a:r>
              <a:rPr lang="en-US" altLang="ko-KR" b="1" dirty="0" err="1"/>
              <a:t>searah</a:t>
            </a:r>
            <a:r>
              <a:rPr lang="en-US" altLang="ko-KR" b="1" dirty="0"/>
              <a:t> (DC) </a:t>
            </a:r>
            <a:endParaRPr lang="en-US" altLang="ko-KR" b="1"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7863" y="3219822"/>
            <a:ext cx="2542849" cy="1584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37408" y="3435846"/>
            <a:ext cx="2206592" cy="1080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520" y="3435544"/>
            <a:ext cx="2354933" cy="1152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03106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altLang="ko-KR" sz="2400" dirty="0" err="1" smtClean="0"/>
              <a:t>Konsep</a:t>
            </a:r>
            <a:r>
              <a:rPr lang="en-US" altLang="ko-KR" sz="2400" dirty="0" smtClean="0"/>
              <a:t> </a:t>
            </a:r>
            <a:r>
              <a:rPr lang="en-US" altLang="ko-KR" sz="2400" dirty="0" err="1" smtClean="0"/>
              <a:t>Teori</a:t>
            </a:r>
            <a:r>
              <a:rPr lang="en-US" altLang="ko-KR" sz="2400" dirty="0" smtClean="0"/>
              <a:t> </a:t>
            </a:r>
            <a:r>
              <a:rPr lang="en-US" altLang="ko-KR" sz="2400" dirty="0" err="1" smtClean="0"/>
              <a:t>dan</a:t>
            </a:r>
            <a:r>
              <a:rPr lang="en-US" altLang="ko-KR" sz="2400" dirty="0" smtClean="0"/>
              <a:t> </a:t>
            </a:r>
            <a:r>
              <a:rPr lang="en-US" altLang="ko-KR" sz="2400" dirty="0" err="1" smtClean="0"/>
              <a:t>Penerapan</a:t>
            </a:r>
            <a:r>
              <a:rPr lang="en-US" altLang="ko-KR" sz="2400" dirty="0" smtClean="0"/>
              <a:t> </a:t>
            </a:r>
            <a:r>
              <a:rPr lang="en-US" altLang="ko-KR" sz="2400" dirty="0" err="1" smtClean="0"/>
              <a:t>Landasan</a:t>
            </a:r>
            <a:r>
              <a:rPr lang="en-US" altLang="ko-KR" sz="2400" dirty="0" smtClean="0"/>
              <a:t> </a:t>
            </a:r>
            <a:r>
              <a:rPr lang="en-US" altLang="ko-KR" sz="2400" dirty="0" err="1" smtClean="0"/>
              <a:t>Penelitian</a:t>
            </a:r>
            <a:r>
              <a:rPr lang="en-US" altLang="ko-KR" sz="2400" dirty="0" smtClean="0"/>
              <a:t> </a:t>
            </a:r>
            <a:endParaRPr lang="ko-KR" altLang="en-US" sz="2400" dirty="0"/>
          </a:p>
        </p:txBody>
      </p:sp>
      <p:sp>
        <p:nvSpPr>
          <p:cNvPr id="3" name="Text Placeholder 2"/>
          <p:cNvSpPr>
            <a:spLocks noGrp="1"/>
          </p:cNvSpPr>
          <p:nvPr>
            <p:ph type="body" sz="quarter" idx="11"/>
          </p:nvPr>
        </p:nvSpPr>
        <p:spPr>
          <a:xfrm>
            <a:off x="539552" y="757696"/>
            <a:ext cx="7560840" cy="2390118"/>
          </a:xfrm>
        </p:spPr>
        <p:txBody>
          <a:bodyPr anchor="t"/>
          <a:lstStyle/>
          <a:p>
            <a:pPr lvl="0" algn="just"/>
            <a:r>
              <a:rPr lang="en-US" altLang="ko-KR" sz="1600" b="1" dirty="0" err="1" smtClean="0"/>
              <a:t>Prinsip</a:t>
            </a:r>
            <a:r>
              <a:rPr lang="en-US" altLang="ko-KR" sz="1600" b="1" dirty="0" smtClean="0"/>
              <a:t> </a:t>
            </a:r>
            <a:r>
              <a:rPr lang="en-US" altLang="ko-KR" sz="1600" b="1" dirty="0" err="1"/>
              <a:t>kerja</a:t>
            </a:r>
            <a:endParaRPr lang="en-US" altLang="ko-KR" sz="1600" b="1" dirty="0"/>
          </a:p>
          <a:p>
            <a:pPr lvl="0" algn="just"/>
            <a:r>
              <a:rPr lang="en-US" altLang="ko-KR" sz="1600" b="1" dirty="0" err="1"/>
              <a:t>Ketika</a:t>
            </a:r>
            <a:r>
              <a:rPr lang="en-US" altLang="ko-KR" sz="1600" b="1" dirty="0"/>
              <a:t> </a:t>
            </a:r>
            <a:r>
              <a:rPr lang="en-US" altLang="ko-KR" sz="1600" b="1" dirty="0" err="1"/>
              <a:t>disiang</a:t>
            </a:r>
            <a:r>
              <a:rPr lang="en-US" altLang="ko-KR" sz="1600" b="1" dirty="0"/>
              <a:t> </a:t>
            </a:r>
            <a:r>
              <a:rPr lang="en-US" altLang="ko-KR" sz="1600" b="1" dirty="0" err="1"/>
              <a:t>hari</a:t>
            </a:r>
            <a:r>
              <a:rPr lang="en-US" altLang="ko-KR" sz="1600" b="1" dirty="0"/>
              <a:t> panel </a:t>
            </a:r>
            <a:r>
              <a:rPr lang="en-US" altLang="ko-KR" sz="1600" b="1" dirty="0" err="1"/>
              <a:t>surya</a:t>
            </a:r>
            <a:r>
              <a:rPr lang="en-US" altLang="ko-KR" sz="1600" b="1" dirty="0"/>
              <a:t> </a:t>
            </a:r>
            <a:r>
              <a:rPr lang="en-US" altLang="ko-KR" sz="1600" b="1" dirty="0" err="1"/>
              <a:t>mendapatkan</a:t>
            </a:r>
            <a:r>
              <a:rPr lang="en-US" altLang="ko-KR" sz="1600" b="1" dirty="0"/>
              <a:t> </a:t>
            </a:r>
            <a:r>
              <a:rPr lang="en-US" altLang="ko-KR" sz="1600" b="1" dirty="0" err="1"/>
              <a:t>sinar</a:t>
            </a:r>
            <a:r>
              <a:rPr lang="en-US" altLang="ko-KR" sz="1600" b="1" dirty="0"/>
              <a:t> </a:t>
            </a:r>
            <a:r>
              <a:rPr lang="en-US" altLang="ko-KR" sz="1600" b="1" dirty="0" err="1"/>
              <a:t>dari</a:t>
            </a:r>
            <a:r>
              <a:rPr lang="en-US" altLang="ko-KR" sz="1600" b="1" dirty="0"/>
              <a:t> </a:t>
            </a:r>
            <a:r>
              <a:rPr lang="en-US" altLang="ko-KR" sz="1600" b="1" dirty="0" err="1"/>
              <a:t>matahari</a:t>
            </a:r>
            <a:r>
              <a:rPr lang="en-US" altLang="ko-KR" sz="1600" b="1" dirty="0"/>
              <a:t> yang </a:t>
            </a:r>
            <a:r>
              <a:rPr lang="en-US" altLang="ko-KR" sz="1600" b="1" dirty="0" err="1"/>
              <a:t>akan</a:t>
            </a:r>
            <a:r>
              <a:rPr lang="en-US" altLang="ko-KR" sz="1600" b="1" dirty="0"/>
              <a:t> </a:t>
            </a:r>
            <a:r>
              <a:rPr lang="en-US" altLang="ko-KR" sz="1600" b="1" dirty="0" err="1"/>
              <a:t>diubah</a:t>
            </a:r>
            <a:r>
              <a:rPr lang="en-US" altLang="ko-KR" sz="1600" b="1" dirty="0"/>
              <a:t> </a:t>
            </a:r>
            <a:r>
              <a:rPr lang="en-US" altLang="ko-KR" sz="1600" b="1" dirty="0" err="1"/>
              <a:t>menjadi</a:t>
            </a:r>
            <a:r>
              <a:rPr lang="en-US" altLang="ko-KR" sz="1600" b="1" dirty="0"/>
              <a:t> </a:t>
            </a:r>
            <a:r>
              <a:rPr lang="en-US" altLang="ko-KR" sz="1600" b="1" dirty="0" err="1"/>
              <a:t>energi</a:t>
            </a:r>
            <a:r>
              <a:rPr lang="en-US" altLang="ko-KR" sz="1600" b="1" dirty="0"/>
              <a:t> </a:t>
            </a:r>
            <a:r>
              <a:rPr lang="en-US" altLang="ko-KR" sz="1600" b="1" dirty="0" err="1"/>
              <a:t>listrik</a:t>
            </a:r>
            <a:r>
              <a:rPr lang="en-US" altLang="ko-KR" sz="1600" b="1" dirty="0"/>
              <a:t> </a:t>
            </a:r>
            <a:r>
              <a:rPr lang="en-US" altLang="ko-KR" sz="1600" b="1" dirty="0" err="1"/>
              <a:t>melalui</a:t>
            </a:r>
            <a:r>
              <a:rPr lang="en-US" altLang="ko-KR" sz="1600" b="1" dirty="0"/>
              <a:t> </a:t>
            </a:r>
            <a:r>
              <a:rPr lang="en-US" altLang="ko-KR" sz="1600" b="1" dirty="0" err="1"/>
              <a:t>sistem</a:t>
            </a:r>
            <a:r>
              <a:rPr lang="en-US" altLang="ko-KR" sz="1600" b="1" dirty="0"/>
              <a:t> </a:t>
            </a:r>
            <a:r>
              <a:rPr lang="en-US" altLang="ko-KR" sz="1600" b="1" dirty="0" err="1"/>
              <a:t>fotovoltai,kemudian</a:t>
            </a:r>
            <a:r>
              <a:rPr lang="en-US" altLang="ko-KR" sz="1600" b="1" dirty="0"/>
              <a:t> </a:t>
            </a:r>
            <a:r>
              <a:rPr lang="en-US" altLang="ko-KR" sz="1600" b="1" dirty="0" err="1"/>
              <a:t>energi</a:t>
            </a:r>
            <a:r>
              <a:rPr lang="en-US" altLang="ko-KR" sz="1600" b="1" dirty="0"/>
              <a:t> </a:t>
            </a:r>
            <a:r>
              <a:rPr lang="en-US" altLang="ko-KR" sz="1600" b="1" dirty="0" err="1"/>
              <a:t>listrik</a:t>
            </a:r>
            <a:r>
              <a:rPr lang="en-US" altLang="ko-KR" sz="1600" b="1" dirty="0"/>
              <a:t> yang </a:t>
            </a:r>
            <a:r>
              <a:rPr lang="en-US" altLang="ko-KR" sz="1600" b="1" dirty="0" err="1"/>
              <a:t>akan</a:t>
            </a:r>
            <a:r>
              <a:rPr lang="en-US" altLang="ko-KR" sz="1600" b="1" dirty="0"/>
              <a:t> </a:t>
            </a:r>
            <a:r>
              <a:rPr lang="en-US" altLang="ko-KR" sz="1600" b="1" dirty="0" err="1"/>
              <a:t>diproduksi</a:t>
            </a:r>
            <a:r>
              <a:rPr lang="en-US" altLang="ko-KR" sz="1600" b="1" dirty="0"/>
              <a:t> </a:t>
            </a:r>
            <a:r>
              <a:rPr lang="en-US" altLang="ko-KR" sz="1600" b="1" dirty="0" err="1"/>
              <a:t>oleh</a:t>
            </a:r>
            <a:r>
              <a:rPr lang="en-US" altLang="ko-KR" sz="1600" b="1" dirty="0"/>
              <a:t> </a:t>
            </a:r>
            <a:r>
              <a:rPr lang="en-US" altLang="ko-KR" sz="1600" b="1" dirty="0" err="1"/>
              <a:t>modul</a:t>
            </a:r>
            <a:r>
              <a:rPr lang="en-US" altLang="ko-KR" sz="1600" b="1" dirty="0"/>
              <a:t> </a:t>
            </a:r>
            <a:r>
              <a:rPr lang="en-US" altLang="ko-KR" sz="1600" b="1" dirty="0" err="1"/>
              <a:t>kemudian</a:t>
            </a:r>
            <a:r>
              <a:rPr lang="en-US" altLang="ko-KR" sz="1600" b="1" dirty="0"/>
              <a:t> </a:t>
            </a:r>
            <a:r>
              <a:rPr lang="en-US" altLang="ko-KR" sz="1600" b="1" dirty="0" err="1"/>
              <a:t>bisa</a:t>
            </a:r>
            <a:r>
              <a:rPr lang="en-US" altLang="ko-KR" sz="1600" b="1" dirty="0"/>
              <a:t> </a:t>
            </a:r>
            <a:r>
              <a:rPr lang="en-US" altLang="ko-KR" sz="1600" b="1" dirty="0" err="1"/>
              <a:t>disalurkan</a:t>
            </a:r>
            <a:r>
              <a:rPr lang="en-US" altLang="ko-KR" sz="1600" b="1" dirty="0"/>
              <a:t> </a:t>
            </a:r>
            <a:r>
              <a:rPr lang="en-US" altLang="ko-KR" sz="1600" b="1" dirty="0" err="1"/>
              <a:t>ke</a:t>
            </a:r>
            <a:r>
              <a:rPr lang="en-US" altLang="ko-KR" sz="1600" b="1" dirty="0"/>
              <a:t> </a:t>
            </a:r>
            <a:r>
              <a:rPr lang="en-US" altLang="ko-KR" sz="1600" b="1" dirty="0" err="1"/>
              <a:t>beban</a:t>
            </a:r>
            <a:r>
              <a:rPr lang="en-US" altLang="ko-KR" sz="1600" b="1" dirty="0"/>
              <a:t> </a:t>
            </a:r>
            <a:r>
              <a:rPr lang="en-US" altLang="ko-KR" sz="1600" b="1" dirty="0" err="1"/>
              <a:t>ataupun</a:t>
            </a:r>
            <a:r>
              <a:rPr lang="en-US" altLang="ko-KR" sz="1600" b="1" dirty="0"/>
              <a:t> </a:t>
            </a:r>
            <a:r>
              <a:rPr lang="en-US" altLang="ko-KR" sz="1600" b="1" dirty="0" err="1"/>
              <a:t>disimpan</a:t>
            </a:r>
            <a:r>
              <a:rPr lang="en-US" altLang="ko-KR" sz="1600" b="1" dirty="0"/>
              <a:t> </a:t>
            </a:r>
            <a:r>
              <a:rPr lang="en-US" altLang="ko-KR" sz="1600" b="1" dirty="0" err="1"/>
              <a:t>kedalam</a:t>
            </a:r>
            <a:r>
              <a:rPr lang="en-US" altLang="ko-KR" sz="1600" b="1" dirty="0"/>
              <a:t> </a:t>
            </a:r>
            <a:r>
              <a:rPr lang="en-US" altLang="ko-KR" sz="1600" b="1" dirty="0" err="1"/>
              <a:t>baterai</a:t>
            </a:r>
            <a:r>
              <a:rPr lang="en-US" altLang="ko-KR" sz="1600" b="1" dirty="0"/>
              <a:t> </a:t>
            </a:r>
            <a:r>
              <a:rPr lang="en-US" altLang="ko-KR" sz="1600" b="1" dirty="0" err="1"/>
              <a:t>tergantung</a:t>
            </a:r>
            <a:r>
              <a:rPr lang="en-US" altLang="ko-KR" sz="1600" b="1" dirty="0"/>
              <a:t> </a:t>
            </a:r>
            <a:r>
              <a:rPr lang="en-US" altLang="ko-KR" sz="1600" b="1" dirty="0" err="1"/>
              <a:t>kebutuhan</a:t>
            </a:r>
            <a:endParaRPr lang="en-US" altLang="ko-KR" sz="1600" b="1"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7863" y="3219822"/>
            <a:ext cx="2542849" cy="1584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1"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520" y="3437808"/>
            <a:ext cx="2345680" cy="1148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76256" y="3437807"/>
            <a:ext cx="2345680" cy="1148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23358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altLang="ko-KR" sz="2400" dirty="0" err="1" smtClean="0"/>
              <a:t>Konfigurasi</a:t>
            </a:r>
            <a:r>
              <a:rPr lang="en-US" altLang="ko-KR" sz="2400" dirty="0" smtClean="0"/>
              <a:t> </a:t>
            </a:r>
            <a:r>
              <a:rPr lang="en-US" altLang="ko-KR" sz="2400" dirty="0" err="1" smtClean="0"/>
              <a:t>Sistem</a:t>
            </a:r>
            <a:r>
              <a:rPr lang="en-US" altLang="ko-KR" sz="2400" dirty="0" smtClean="0"/>
              <a:t> PLTS</a:t>
            </a:r>
            <a:endParaRPr lang="ko-KR" altLang="en-US" sz="2400" dirty="0"/>
          </a:p>
        </p:txBody>
      </p:sp>
      <p:sp>
        <p:nvSpPr>
          <p:cNvPr id="3" name="Text Placeholder 2"/>
          <p:cNvSpPr>
            <a:spLocks noGrp="1"/>
          </p:cNvSpPr>
          <p:nvPr>
            <p:ph type="body" sz="quarter" idx="11"/>
          </p:nvPr>
        </p:nvSpPr>
        <p:spPr>
          <a:xfrm>
            <a:off x="0" y="771550"/>
            <a:ext cx="9144000" cy="4176464"/>
          </a:xfrm>
        </p:spPr>
        <p:txBody>
          <a:bodyPr anchor="t"/>
          <a:lstStyle/>
          <a:p>
            <a:pPr marL="285750" indent="-285750" algn="l">
              <a:buFont typeface="Arial" panose="020B0604020202020204" pitchFamily="34" charset="0"/>
              <a:buChar char="•"/>
            </a:pPr>
            <a:r>
              <a:rPr lang="en-US" dirty="0" err="1"/>
              <a:t>Rangkaian</a:t>
            </a:r>
            <a:r>
              <a:rPr lang="en-US" dirty="0"/>
              <a:t> PLTS </a:t>
            </a:r>
            <a:r>
              <a:rPr lang="en-US" dirty="0" err="1"/>
              <a:t>Terdiri</a:t>
            </a:r>
            <a:r>
              <a:rPr lang="en-US" dirty="0"/>
              <a:t> </a:t>
            </a:r>
            <a:r>
              <a:rPr lang="en-US" dirty="0" err="1"/>
              <a:t>dari</a:t>
            </a:r>
            <a:r>
              <a:rPr lang="en-US" dirty="0"/>
              <a:t> :</a:t>
            </a:r>
          </a:p>
          <a:p>
            <a:pPr algn="l"/>
            <a:endParaRPr lang="en-US" dirty="0"/>
          </a:p>
          <a:p>
            <a:pPr lvl="0" algn="just"/>
            <a:endParaRPr lang="en-US" altLang="ko-KR" dirty="0"/>
          </a:p>
        </p:txBody>
      </p:sp>
      <p:sp>
        <p:nvSpPr>
          <p:cNvPr id="17" name="Rectangle 16"/>
          <p:cNvSpPr/>
          <p:nvPr/>
        </p:nvSpPr>
        <p:spPr>
          <a:xfrm>
            <a:off x="421670" y="4263958"/>
            <a:ext cx="8182778"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lumMod val="75000"/>
                  <a:lumOff val="25000"/>
                </a:schemeClr>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0688" y="1381125"/>
            <a:ext cx="5761037" cy="236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8224" y="-92545"/>
            <a:ext cx="2795018" cy="1368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9036676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2000" dirty="0" smtClean="0"/>
              <a:t>KONFIGURASI  </a:t>
            </a:r>
            <a:r>
              <a:rPr lang="en-US" sz="2400" dirty="0" smtClean="0"/>
              <a:t>PLTS</a:t>
            </a:r>
            <a:endParaRPr lang="en-US" sz="2000" dirty="0"/>
          </a:p>
        </p:txBody>
      </p:sp>
      <p:sp>
        <p:nvSpPr>
          <p:cNvPr id="3" name="Text Placeholder 2"/>
          <p:cNvSpPr>
            <a:spLocks noGrp="1"/>
          </p:cNvSpPr>
          <p:nvPr>
            <p:ph type="body" sz="quarter" idx="11"/>
          </p:nvPr>
        </p:nvSpPr>
        <p:spPr>
          <a:xfrm>
            <a:off x="0" y="699542"/>
            <a:ext cx="9144000" cy="4176464"/>
          </a:xfrm>
        </p:spPr>
        <p:txBody>
          <a:bodyPr anchor="t"/>
          <a:lstStyle/>
          <a:p>
            <a:pPr marL="285750" indent="-285750" algn="l">
              <a:buFont typeface="Arial" panose="020B0604020202020204" pitchFamily="34" charset="0"/>
              <a:buChar char="•"/>
            </a:pPr>
            <a:endParaRPr lang="en-US" dirty="0" smtClean="0"/>
          </a:p>
          <a:p>
            <a:pPr marL="285750" indent="-285750" algn="l">
              <a:buFont typeface="Arial" panose="020B0604020202020204" pitchFamily="34" charset="0"/>
              <a:buChar char="•"/>
            </a:pPr>
            <a:r>
              <a:rPr lang="en-US" dirty="0" smtClean="0"/>
              <a:t>ON GRID : </a:t>
            </a:r>
          </a:p>
          <a:p>
            <a:pPr algn="l"/>
            <a:r>
              <a:rPr lang="en-US" dirty="0" err="1"/>
              <a:t>Sistem</a:t>
            </a:r>
            <a:r>
              <a:rPr lang="en-US" dirty="0"/>
              <a:t> PLTS </a:t>
            </a:r>
            <a:r>
              <a:rPr lang="en-US" dirty="0" err="1"/>
              <a:t>terinterkoneksi</a:t>
            </a:r>
            <a:r>
              <a:rPr lang="en-US" dirty="0"/>
              <a:t> (On-Grid) </a:t>
            </a:r>
            <a:r>
              <a:rPr lang="en-US" dirty="0" err="1"/>
              <a:t>ataupun</a:t>
            </a:r>
            <a:r>
              <a:rPr lang="en-US" dirty="0"/>
              <a:t> yang </a:t>
            </a:r>
            <a:r>
              <a:rPr lang="en-US" dirty="0" err="1"/>
              <a:t>disebut</a:t>
            </a:r>
            <a:r>
              <a:rPr lang="en-US" dirty="0"/>
              <a:t> </a:t>
            </a:r>
            <a:r>
              <a:rPr lang="en-US" dirty="0" err="1"/>
              <a:t>dengan</a:t>
            </a:r>
            <a:r>
              <a:rPr lang="en-US" dirty="0"/>
              <a:t> Grid Connected PV System </a:t>
            </a:r>
            <a:r>
              <a:rPr lang="en-US" dirty="0" err="1"/>
              <a:t>merupakan</a:t>
            </a:r>
            <a:r>
              <a:rPr lang="en-US" dirty="0"/>
              <a:t> </a:t>
            </a:r>
            <a:r>
              <a:rPr lang="en-US" dirty="0" err="1"/>
              <a:t>sistem</a:t>
            </a:r>
            <a:r>
              <a:rPr lang="en-US" dirty="0"/>
              <a:t> </a:t>
            </a:r>
            <a:r>
              <a:rPr lang="en-US" dirty="0" err="1"/>
              <a:t>pembangkit</a:t>
            </a:r>
            <a:r>
              <a:rPr lang="en-US" dirty="0"/>
              <a:t> </a:t>
            </a:r>
            <a:r>
              <a:rPr lang="en-US" dirty="0" err="1"/>
              <a:t>listrik</a:t>
            </a:r>
            <a:r>
              <a:rPr lang="en-US" dirty="0"/>
              <a:t> yang </a:t>
            </a:r>
            <a:r>
              <a:rPr lang="en-US" dirty="0" err="1"/>
              <a:t>menggunakan</a:t>
            </a:r>
            <a:r>
              <a:rPr lang="en-US" dirty="0"/>
              <a:t> </a:t>
            </a:r>
            <a:r>
              <a:rPr lang="en-US" dirty="0" err="1"/>
              <a:t>radiasi</a:t>
            </a:r>
            <a:r>
              <a:rPr lang="en-US" dirty="0"/>
              <a:t> </a:t>
            </a:r>
            <a:r>
              <a:rPr lang="en-US" dirty="0" err="1"/>
              <a:t>matahari</a:t>
            </a:r>
            <a:r>
              <a:rPr lang="en-US" dirty="0"/>
              <a:t> agar </a:t>
            </a:r>
            <a:r>
              <a:rPr lang="en-US" dirty="0" err="1"/>
              <a:t>mendapatkan</a:t>
            </a:r>
            <a:r>
              <a:rPr lang="en-US" dirty="0"/>
              <a:t> </a:t>
            </a:r>
            <a:r>
              <a:rPr lang="en-US" dirty="0" err="1" smtClean="0"/>
              <a:t>listrik.Pada</a:t>
            </a:r>
            <a:r>
              <a:rPr lang="en-US" dirty="0" smtClean="0"/>
              <a:t> </a:t>
            </a:r>
            <a:r>
              <a:rPr lang="en-US" dirty="0" err="1" smtClean="0"/>
              <a:t>sistem</a:t>
            </a:r>
            <a:r>
              <a:rPr lang="en-US" dirty="0" smtClean="0"/>
              <a:t> </a:t>
            </a:r>
            <a:r>
              <a:rPr lang="en-US" dirty="0" err="1" smtClean="0"/>
              <a:t>ini</a:t>
            </a:r>
            <a:r>
              <a:rPr lang="en-US" dirty="0" smtClean="0"/>
              <a:t> </a:t>
            </a:r>
            <a:r>
              <a:rPr lang="en-US" dirty="0" err="1" smtClean="0"/>
              <a:t>Pembangkit</a:t>
            </a:r>
            <a:r>
              <a:rPr lang="en-US" dirty="0" smtClean="0"/>
              <a:t> </a:t>
            </a:r>
          </a:p>
          <a:p>
            <a:pPr algn="l"/>
            <a:r>
              <a:rPr lang="en-US" dirty="0" err="1" smtClean="0"/>
              <a:t>dihubungkan</a:t>
            </a:r>
            <a:r>
              <a:rPr lang="en-US" dirty="0" smtClean="0"/>
              <a:t> </a:t>
            </a:r>
            <a:r>
              <a:rPr lang="en-US" dirty="0" err="1" smtClean="0"/>
              <a:t>dengan</a:t>
            </a:r>
            <a:r>
              <a:rPr lang="en-US" dirty="0" smtClean="0"/>
              <a:t> </a:t>
            </a:r>
            <a:r>
              <a:rPr lang="en-US" dirty="0" err="1" smtClean="0"/>
              <a:t>jaringan</a:t>
            </a:r>
            <a:r>
              <a:rPr lang="en-US" dirty="0" smtClean="0"/>
              <a:t> PLN </a:t>
            </a:r>
            <a:r>
              <a:rPr lang="en-US" dirty="0" err="1" smtClean="0"/>
              <a:t>dengan</a:t>
            </a:r>
            <a:r>
              <a:rPr lang="en-US" dirty="0" smtClean="0"/>
              <a:t> </a:t>
            </a:r>
            <a:r>
              <a:rPr lang="en-US" dirty="0" err="1" smtClean="0"/>
              <a:t>singkronisasi</a:t>
            </a:r>
            <a:r>
              <a:rPr lang="en-US" dirty="0" smtClean="0"/>
              <a:t> </a:t>
            </a:r>
            <a:r>
              <a:rPr lang="en-US" dirty="0" err="1" smtClean="0"/>
              <a:t>dengan</a:t>
            </a:r>
            <a:r>
              <a:rPr lang="en-US" dirty="0" smtClean="0"/>
              <a:t> </a:t>
            </a:r>
            <a:r>
              <a:rPr lang="en-US" dirty="0" err="1" smtClean="0"/>
              <a:t>jaringan</a:t>
            </a:r>
            <a:r>
              <a:rPr lang="en-US" dirty="0" smtClean="0"/>
              <a:t> PLN </a:t>
            </a:r>
            <a:r>
              <a:rPr lang="en-US" dirty="0" err="1" smtClean="0"/>
              <a:t>sehingga</a:t>
            </a:r>
            <a:r>
              <a:rPr lang="en-US" dirty="0" smtClean="0"/>
              <a:t> </a:t>
            </a:r>
            <a:r>
              <a:rPr lang="en-US" dirty="0" err="1" smtClean="0"/>
              <a:t>lebih</a:t>
            </a:r>
            <a:r>
              <a:rPr lang="en-US" dirty="0" smtClean="0"/>
              <a:t> </a:t>
            </a:r>
            <a:r>
              <a:rPr lang="en-US" dirty="0" err="1" smtClean="0"/>
              <a:t>maksimal</a:t>
            </a:r>
            <a:r>
              <a:rPr lang="en-US" dirty="0" smtClean="0"/>
              <a:t>.</a:t>
            </a:r>
          </a:p>
          <a:p>
            <a:pPr algn="l"/>
            <a:endParaRPr lang="en-US"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832" y="2139702"/>
            <a:ext cx="3600400"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4344" y="678"/>
            <a:ext cx="2129656" cy="1042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925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0" y="123478"/>
            <a:ext cx="9144000" cy="4824536"/>
          </a:xfrm>
        </p:spPr>
        <p:txBody>
          <a:bodyPr anchor="t"/>
          <a:lstStyle/>
          <a:p>
            <a:pPr marL="285750" indent="-285750" algn="l">
              <a:buFont typeface="Arial" panose="020B0604020202020204" pitchFamily="34" charset="0"/>
              <a:buChar char="•"/>
            </a:pPr>
            <a:endParaRPr lang="en-US" dirty="0" smtClean="0"/>
          </a:p>
          <a:p>
            <a:pPr marL="285750" indent="-285750" algn="l">
              <a:buFont typeface="Arial" panose="020B0604020202020204" pitchFamily="34" charset="0"/>
              <a:buChar char="•"/>
            </a:pPr>
            <a:endParaRPr lang="en-US" dirty="0" smtClean="0"/>
          </a:p>
          <a:p>
            <a:pPr marL="285750" indent="-285750" algn="l">
              <a:buFont typeface="Arial" panose="020B0604020202020204" pitchFamily="34" charset="0"/>
              <a:buChar char="•"/>
            </a:pPr>
            <a:r>
              <a:rPr lang="en-US" dirty="0" smtClean="0"/>
              <a:t>Off Grid :</a:t>
            </a:r>
          </a:p>
          <a:p>
            <a:pPr algn="l"/>
            <a:r>
              <a:rPr lang="en-ID" dirty="0" err="1"/>
              <a:t>Sistem</a:t>
            </a:r>
            <a:r>
              <a:rPr lang="en-ID" dirty="0"/>
              <a:t> </a:t>
            </a:r>
            <a:r>
              <a:rPr lang="en-ID" dirty="0" err="1"/>
              <a:t>Pembangkit</a:t>
            </a:r>
            <a:r>
              <a:rPr lang="en-ID" dirty="0"/>
              <a:t> </a:t>
            </a:r>
            <a:r>
              <a:rPr lang="en-ID" dirty="0" err="1"/>
              <a:t>Listrik</a:t>
            </a:r>
            <a:r>
              <a:rPr lang="en-ID" dirty="0"/>
              <a:t> Tenaga Surya </a:t>
            </a:r>
            <a:r>
              <a:rPr lang="en-ID" dirty="0" err="1"/>
              <a:t>Terpusat</a:t>
            </a:r>
            <a:r>
              <a:rPr lang="en-ID" dirty="0"/>
              <a:t> (Off-Grid) </a:t>
            </a:r>
            <a:r>
              <a:rPr lang="en-ID" dirty="0" err="1"/>
              <a:t>merupakan</a:t>
            </a:r>
            <a:r>
              <a:rPr lang="en-ID" dirty="0"/>
              <a:t> </a:t>
            </a:r>
            <a:r>
              <a:rPr lang="en-ID" dirty="0" err="1"/>
              <a:t>sistem</a:t>
            </a:r>
            <a:r>
              <a:rPr lang="en-ID" dirty="0"/>
              <a:t> </a:t>
            </a:r>
            <a:r>
              <a:rPr lang="en-ID" dirty="0" err="1"/>
              <a:t>pembangkit</a:t>
            </a:r>
            <a:r>
              <a:rPr lang="en-ID" dirty="0"/>
              <a:t> </a:t>
            </a:r>
            <a:r>
              <a:rPr lang="en-ID" dirty="0" err="1"/>
              <a:t>listrik</a:t>
            </a:r>
            <a:r>
              <a:rPr lang="en-ID" dirty="0"/>
              <a:t> yang </a:t>
            </a:r>
            <a:endParaRPr lang="en-ID" dirty="0" smtClean="0"/>
          </a:p>
          <a:p>
            <a:pPr algn="l"/>
            <a:r>
              <a:rPr lang="en-ID" dirty="0" err="1" smtClean="0"/>
              <a:t>memanfaatkan</a:t>
            </a:r>
            <a:r>
              <a:rPr lang="en-ID" dirty="0" smtClean="0"/>
              <a:t> </a:t>
            </a:r>
            <a:r>
              <a:rPr lang="en-ID" dirty="0" err="1"/>
              <a:t>radiasi</a:t>
            </a:r>
            <a:r>
              <a:rPr lang="en-ID" dirty="0"/>
              <a:t> </a:t>
            </a:r>
            <a:r>
              <a:rPr lang="en-ID" dirty="0" err="1"/>
              <a:t>matahari</a:t>
            </a:r>
            <a:r>
              <a:rPr lang="en-ID" dirty="0"/>
              <a:t> </a:t>
            </a:r>
            <a:r>
              <a:rPr lang="en-ID" dirty="0" err="1"/>
              <a:t>tanpa</a:t>
            </a:r>
            <a:r>
              <a:rPr lang="en-ID" dirty="0"/>
              <a:t> </a:t>
            </a:r>
            <a:r>
              <a:rPr lang="en-ID" dirty="0" err="1"/>
              <a:t>terhubung</a:t>
            </a:r>
            <a:r>
              <a:rPr lang="en-ID" dirty="0"/>
              <a:t> </a:t>
            </a:r>
            <a:r>
              <a:rPr lang="en-ID" dirty="0" err="1"/>
              <a:t>dengan</a:t>
            </a:r>
            <a:r>
              <a:rPr lang="en-ID" dirty="0"/>
              <a:t> </a:t>
            </a:r>
            <a:r>
              <a:rPr lang="en-ID" dirty="0" err="1"/>
              <a:t>jaringan</a:t>
            </a:r>
            <a:r>
              <a:rPr lang="en-ID" dirty="0"/>
              <a:t> </a:t>
            </a:r>
            <a:r>
              <a:rPr lang="en-ID" dirty="0" err="1" smtClean="0"/>
              <a:t>PLN,jadi</a:t>
            </a:r>
            <a:r>
              <a:rPr lang="en-ID" dirty="0" smtClean="0"/>
              <a:t> </a:t>
            </a:r>
            <a:r>
              <a:rPr lang="en-ID" dirty="0" err="1" smtClean="0"/>
              <a:t>pada</a:t>
            </a:r>
            <a:r>
              <a:rPr lang="en-ID" dirty="0" smtClean="0"/>
              <a:t> </a:t>
            </a:r>
            <a:r>
              <a:rPr lang="en-ID" dirty="0" err="1" smtClean="0"/>
              <a:t>sistem</a:t>
            </a:r>
            <a:r>
              <a:rPr lang="en-ID" dirty="0" smtClean="0"/>
              <a:t> </a:t>
            </a:r>
            <a:r>
              <a:rPr lang="en-ID" dirty="0" err="1" smtClean="0"/>
              <a:t>ini</a:t>
            </a:r>
            <a:r>
              <a:rPr lang="en-ID" dirty="0" smtClean="0"/>
              <a:t> </a:t>
            </a:r>
            <a:r>
              <a:rPr lang="en-ID" dirty="0" err="1" smtClean="0"/>
              <a:t>pembangkit</a:t>
            </a:r>
            <a:r>
              <a:rPr lang="en-ID" dirty="0" smtClean="0"/>
              <a:t> </a:t>
            </a:r>
            <a:r>
              <a:rPr lang="en-ID" dirty="0" err="1" smtClean="0"/>
              <a:t>berdiri</a:t>
            </a:r>
            <a:r>
              <a:rPr lang="en-ID" dirty="0" smtClean="0"/>
              <a:t> </a:t>
            </a:r>
          </a:p>
          <a:p>
            <a:pPr algn="l"/>
            <a:r>
              <a:rPr lang="en-ID" dirty="0" err="1" smtClean="0"/>
              <a:t>sendiri</a:t>
            </a:r>
            <a:r>
              <a:rPr lang="en-ID" dirty="0" smtClean="0"/>
              <a:t> </a:t>
            </a:r>
            <a:r>
              <a:rPr lang="en-ID" dirty="0" err="1" smtClean="0"/>
              <a:t>dan</a:t>
            </a:r>
            <a:r>
              <a:rPr lang="en-ID" dirty="0" smtClean="0"/>
              <a:t> </a:t>
            </a:r>
            <a:r>
              <a:rPr lang="en-ID" dirty="0" err="1" smtClean="0"/>
              <a:t>tanpa</a:t>
            </a:r>
            <a:r>
              <a:rPr lang="en-ID" dirty="0" smtClean="0"/>
              <a:t> </a:t>
            </a:r>
            <a:r>
              <a:rPr lang="en-ID" dirty="0" err="1" smtClean="0"/>
              <a:t>bantuan</a:t>
            </a:r>
            <a:r>
              <a:rPr lang="en-ID" dirty="0" smtClean="0"/>
              <a:t> </a:t>
            </a:r>
            <a:r>
              <a:rPr lang="en-ID" dirty="0" err="1" smtClean="0"/>
              <a:t>dari</a:t>
            </a:r>
            <a:r>
              <a:rPr lang="en-ID" dirty="0" smtClean="0"/>
              <a:t> </a:t>
            </a:r>
            <a:r>
              <a:rPr lang="en-ID" dirty="0" err="1" smtClean="0"/>
              <a:t>PLN,maka</a:t>
            </a:r>
            <a:r>
              <a:rPr lang="en-ID" dirty="0" smtClean="0"/>
              <a:t> </a:t>
            </a:r>
            <a:r>
              <a:rPr lang="en-ID" dirty="0" err="1" smtClean="0"/>
              <a:t>dari</a:t>
            </a:r>
            <a:r>
              <a:rPr lang="en-ID" dirty="0" smtClean="0"/>
              <a:t> </a:t>
            </a:r>
            <a:r>
              <a:rPr lang="en-ID" dirty="0" err="1" smtClean="0"/>
              <a:t>itu</a:t>
            </a:r>
            <a:r>
              <a:rPr lang="en-ID" dirty="0" smtClean="0"/>
              <a:t> </a:t>
            </a:r>
            <a:r>
              <a:rPr lang="en-ID" dirty="0" err="1" smtClean="0"/>
              <a:t>sistem</a:t>
            </a:r>
            <a:r>
              <a:rPr lang="en-ID" dirty="0" smtClean="0"/>
              <a:t> </a:t>
            </a:r>
            <a:r>
              <a:rPr lang="en-ID" dirty="0" err="1" smtClean="0"/>
              <a:t>ini</a:t>
            </a:r>
            <a:r>
              <a:rPr lang="en-ID" dirty="0" smtClean="0"/>
              <a:t> </a:t>
            </a:r>
            <a:r>
              <a:rPr lang="en-ID" dirty="0" err="1" smtClean="0"/>
              <a:t>sangat</a:t>
            </a:r>
            <a:r>
              <a:rPr lang="en-ID" dirty="0" smtClean="0"/>
              <a:t> </a:t>
            </a:r>
            <a:r>
              <a:rPr lang="en-ID" dirty="0" err="1" smtClean="0"/>
              <a:t>bergantung</a:t>
            </a:r>
            <a:r>
              <a:rPr lang="en-ID" dirty="0" smtClean="0"/>
              <a:t> </a:t>
            </a:r>
            <a:r>
              <a:rPr lang="en-ID" dirty="0" err="1" smtClean="0"/>
              <a:t>dengan</a:t>
            </a:r>
            <a:r>
              <a:rPr lang="en-ID" dirty="0" smtClean="0"/>
              <a:t> </a:t>
            </a:r>
            <a:r>
              <a:rPr lang="en-ID" dirty="0" err="1" smtClean="0"/>
              <a:t>strategisnyalokasi</a:t>
            </a:r>
            <a:r>
              <a:rPr lang="en-ID" dirty="0" smtClean="0"/>
              <a:t> </a:t>
            </a:r>
            <a:r>
              <a:rPr lang="en-ID" dirty="0" err="1" smtClean="0"/>
              <a:t>dan</a:t>
            </a:r>
            <a:r>
              <a:rPr lang="en-ID" dirty="0" smtClean="0"/>
              <a:t> </a:t>
            </a:r>
          </a:p>
          <a:p>
            <a:pPr algn="l"/>
            <a:r>
              <a:rPr lang="en-ID" dirty="0" err="1" smtClean="0"/>
              <a:t>faktor</a:t>
            </a:r>
            <a:r>
              <a:rPr lang="en-ID" dirty="0" smtClean="0"/>
              <a:t> </a:t>
            </a:r>
            <a:r>
              <a:rPr lang="en-ID" dirty="0" err="1" smtClean="0"/>
              <a:t>cuaca</a:t>
            </a:r>
            <a:r>
              <a:rPr lang="en-ID" dirty="0" smtClean="0"/>
              <a:t>.</a:t>
            </a:r>
          </a:p>
          <a:p>
            <a:pPr algn="l"/>
            <a:endParaRPr lang="en-US"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824" y="1923678"/>
            <a:ext cx="3528392" cy="2376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92280" y="-34928"/>
            <a:ext cx="2201664" cy="1077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8172033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0" y="123478"/>
            <a:ext cx="9144000" cy="4824536"/>
          </a:xfrm>
        </p:spPr>
        <p:txBody>
          <a:bodyPr anchor="t"/>
          <a:lstStyle/>
          <a:p>
            <a:pPr algn="l"/>
            <a:endParaRPr lang="en-US" dirty="0" smtClean="0"/>
          </a:p>
          <a:p>
            <a:pPr algn="l"/>
            <a:endParaRPr lang="en-US" dirty="0"/>
          </a:p>
          <a:p>
            <a:pPr marL="285750" indent="-285750" algn="l">
              <a:buFont typeface="Arial" panose="020B0604020202020204" pitchFamily="34" charset="0"/>
              <a:buChar char="•"/>
            </a:pPr>
            <a:r>
              <a:rPr lang="en-US" dirty="0" err="1" smtClean="0"/>
              <a:t>Sistem</a:t>
            </a:r>
            <a:r>
              <a:rPr lang="en-US" dirty="0" smtClean="0"/>
              <a:t> Hybrid </a:t>
            </a:r>
          </a:p>
          <a:p>
            <a:pPr algn="l"/>
            <a:r>
              <a:rPr lang="en-US" dirty="0" err="1"/>
              <a:t>Sistem</a:t>
            </a:r>
            <a:r>
              <a:rPr lang="en-US" dirty="0"/>
              <a:t> hybrid </a:t>
            </a:r>
            <a:r>
              <a:rPr lang="en-US" dirty="0" err="1"/>
              <a:t>merupakan</a:t>
            </a:r>
            <a:r>
              <a:rPr lang="en-US" dirty="0"/>
              <a:t> </a:t>
            </a:r>
            <a:r>
              <a:rPr lang="en-US" dirty="0" err="1"/>
              <a:t>sistem</a:t>
            </a:r>
            <a:r>
              <a:rPr lang="en-US" dirty="0"/>
              <a:t> yang </a:t>
            </a:r>
            <a:r>
              <a:rPr lang="en-US" dirty="0" err="1"/>
              <a:t>menghubungkan</a:t>
            </a:r>
            <a:r>
              <a:rPr lang="en-US" dirty="0"/>
              <a:t> </a:t>
            </a:r>
            <a:r>
              <a:rPr lang="en-US" dirty="0" err="1"/>
              <a:t>sistem</a:t>
            </a:r>
            <a:r>
              <a:rPr lang="en-US" dirty="0"/>
              <a:t> </a:t>
            </a:r>
            <a:r>
              <a:rPr lang="en-US" dirty="0" err="1"/>
              <a:t>pembangkit</a:t>
            </a:r>
            <a:r>
              <a:rPr lang="en-US" dirty="0"/>
              <a:t> </a:t>
            </a:r>
            <a:r>
              <a:rPr lang="en-US" dirty="0" err="1"/>
              <a:t>listrik</a:t>
            </a:r>
            <a:r>
              <a:rPr lang="en-US" dirty="0"/>
              <a:t> </a:t>
            </a:r>
            <a:r>
              <a:rPr lang="en-US" dirty="0" err="1"/>
              <a:t>satu</a:t>
            </a:r>
            <a:r>
              <a:rPr lang="en-US" dirty="0"/>
              <a:t> </a:t>
            </a:r>
            <a:r>
              <a:rPr lang="en-US" dirty="0" err="1"/>
              <a:t>dengan</a:t>
            </a:r>
            <a:r>
              <a:rPr lang="en-US" dirty="0"/>
              <a:t> yang lain </a:t>
            </a:r>
            <a:r>
              <a:rPr lang="en-US" dirty="0" err="1"/>
              <a:t>ataupun</a:t>
            </a:r>
            <a:r>
              <a:rPr lang="en-US" dirty="0"/>
              <a:t> yang </a:t>
            </a:r>
            <a:r>
              <a:rPr lang="en-US" dirty="0" err="1"/>
              <a:t>disebut</a:t>
            </a:r>
            <a:r>
              <a:rPr lang="en-US" dirty="0"/>
              <a:t> </a:t>
            </a:r>
            <a:r>
              <a:rPr lang="en-US" dirty="0" err="1"/>
              <a:t>berkolaborasi</a:t>
            </a:r>
            <a:r>
              <a:rPr lang="en-US" dirty="0"/>
              <a:t> </a:t>
            </a:r>
            <a:r>
              <a:rPr lang="en-US" dirty="0" err="1"/>
              <a:t>antara</a:t>
            </a:r>
            <a:r>
              <a:rPr lang="en-US" dirty="0"/>
              <a:t> </a:t>
            </a:r>
            <a:r>
              <a:rPr lang="en-US" dirty="0" err="1"/>
              <a:t>dua</a:t>
            </a:r>
            <a:r>
              <a:rPr lang="en-US" dirty="0"/>
              <a:t> </a:t>
            </a:r>
            <a:r>
              <a:rPr lang="en-US" dirty="0" err="1"/>
              <a:t>ataupun</a:t>
            </a:r>
            <a:r>
              <a:rPr lang="en-US" dirty="0"/>
              <a:t> </a:t>
            </a:r>
            <a:r>
              <a:rPr lang="en-US" dirty="0" err="1"/>
              <a:t>lebih</a:t>
            </a:r>
            <a:r>
              <a:rPr lang="en-US" dirty="0"/>
              <a:t> </a:t>
            </a:r>
            <a:r>
              <a:rPr lang="en-US" dirty="0" err="1"/>
              <a:t>sistem</a:t>
            </a:r>
            <a:r>
              <a:rPr lang="en-US" dirty="0"/>
              <a:t> </a:t>
            </a:r>
            <a:r>
              <a:rPr lang="en-US" dirty="0" err="1"/>
              <a:t>pembangkit</a:t>
            </a:r>
            <a:r>
              <a:rPr lang="en-US" dirty="0"/>
              <a:t> </a:t>
            </a:r>
            <a:r>
              <a:rPr lang="en-US" dirty="0" err="1"/>
              <a:t>serta</a:t>
            </a:r>
            <a:r>
              <a:rPr lang="en-US" dirty="0"/>
              <a:t> </a:t>
            </a:r>
            <a:r>
              <a:rPr lang="en-US" dirty="0" err="1"/>
              <a:t>umumnya</a:t>
            </a:r>
            <a:r>
              <a:rPr lang="en-US" dirty="0"/>
              <a:t> </a:t>
            </a:r>
            <a:r>
              <a:rPr lang="en-US" dirty="0" err="1"/>
              <a:t>sumber</a:t>
            </a:r>
            <a:r>
              <a:rPr lang="en-US" dirty="0"/>
              <a:t> </a:t>
            </a:r>
            <a:r>
              <a:rPr lang="en-US" dirty="0" err="1"/>
              <a:t>pembangkit</a:t>
            </a:r>
            <a:r>
              <a:rPr lang="en-US" dirty="0"/>
              <a:t> </a:t>
            </a:r>
            <a:endParaRPr lang="en-US" dirty="0" smtClean="0"/>
          </a:p>
          <a:p>
            <a:pPr algn="l"/>
            <a:r>
              <a:rPr lang="en-US" dirty="0" smtClean="0"/>
              <a:t>yang </a:t>
            </a:r>
            <a:r>
              <a:rPr lang="en-US" dirty="0" err="1"/>
              <a:t>digunakan</a:t>
            </a:r>
            <a:r>
              <a:rPr lang="en-US" dirty="0"/>
              <a:t> </a:t>
            </a:r>
            <a:r>
              <a:rPr lang="en-US" dirty="0" err="1"/>
              <a:t>pada</a:t>
            </a:r>
            <a:r>
              <a:rPr lang="en-US" dirty="0"/>
              <a:t> </a:t>
            </a:r>
            <a:r>
              <a:rPr lang="en-US" dirty="0" err="1"/>
              <a:t>sistem</a:t>
            </a:r>
            <a:r>
              <a:rPr lang="en-US" dirty="0"/>
              <a:t> </a:t>
            </a:r>
            <a:r>
              <a:rPr lang="en-US" dirty="0" err="1"/>
              <a:t>ini</a:t>
            </a:r>
            <a:r>
              <a:rPr lang="en-US" dirty="0"/>
              <a:t> </a:t>
            </a:r>
            <a:r>
              <a:rPr lang="en-US" dirty="0" err="1"/>
              <a:t>ialah</a:t>
            </a:r>
            <a:r>
              <a:rPr lang="en-US" dirty="0"/>
              <a:t> </a:t>
            </a:r>
            <a:r>
              <a:rPr lang="en-US" dirty="0" err="1"/>
              <a:t>energi</a:t>
            </a:r>
            <a:r>
              <a:rPr lang="en-US" dirty="0"/>
              <a:t> solar, </a:t>
            </a:r>
            <a:r>
              <a:rPr lang="en-US" dirty="0" err="1"/>
              <a:t>mikrohidro</a:t>
            </a:r>
            <a:r>
              <a:rPr lang="en-US" dirty="0"/>
              <a:t> </a:t>
            </a:r>
            <a:r>
              <a:rPr lang="en-US" dirty="0" err="1"/>
              <a:t>dan</a:t>
            </a:r>
            <a:r>
              <a:rPr lang="en-US" dirty="0"/>
              <a:t> </a:t>
            </a:r>
            <a:r>
              <a:rPr lang="en-US" dirty="0" err="1"/>
              <a:t>energi</a:t>
            </a:r>
            <a:r>
              <a:rPr lang="en-US" dirty="0"/>
              <a:t> </a:t>
            </a:r>
            <a:r>
              <a:rPr lang="en-US" dirty="0" err="1"/>
              <a:t>angin</a:t>
            </a:r>
            <a:r>
              <a:rPr lang="en-US" dirty="0" smtClean="0"/>
              <a:t>.</a:t>
            </a:r>
          </a:p>
          <a:p>
            <a:pPr algn="l"/>
            <a:endParaRPr lang="en-US"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1879" y="1851670"/>
            <a:ext cx="2560637"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8264" y="-92546"/>
            <a:ext cx="2376553" cy="1163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519861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2400" dirty="0" err="1" smtClean="0"/>
              <a:t>Metode</a:t>
            </a:r>
            <a:r>
              <a:rPr lang="en-US" sz="2400" dirty="0" smtClean="0"/>
              <a:t> </a:t>
            </a:r>
            <a:r>
              <a:rPr lang="en-US" sz="2400" dirty="0" err="1" smtClean="0"/>
              <a:t>Penelitian</a:t>
            </a:r>
            <a:r>
              <a:rPr lang="en-US" sz="2400" dirty="0" smtClean="0"/>
              <a:t> </a:t>
            </a:r>
            <a:endParaRPr lang="en-US" sz="2400" dirty="0"/>
          </a:p>
        </p:txBody>
      </p:sp>
      <p:sp>
        <p:nvSpPr>
          <p:cNvPr id="3" name="Text Placeholder 2"/>
          <p:cNvSpPr>
            <a:spLocks noGrp="1"/>
          </p:cNvSpPr>
          <p:nvPr>
            <p:ph type="body" sz="quarter" idx="11"/>
          </p:nvPr>
        </p:nvSpPr>
        <p:spPr>
          <a:xfrm>
            <a:off x="0" y="699542"/>
            <a:ext cx="9144000" cy="3888432"/>
          </a:xfrm>
        </p:spPr>
        <p:txBody>
          <a:bodyPr anchor="t"/>
          <a:lstStyle/>
          <a:p>
            <a:pPr algn="just"/>
            <a:r>
              <a:rPr lang="en-US" dirty="0" err="1" smtClean="0"/>
              <a:t>Lokasi</a:t>
            </a:r>
            <a:r>
              <a:rPr lang="en-US" dirty="0" smtClean="0"/>
              <a:t> </a:t>
            </a:r>
            <a:r>
              <a:rPr lang="en-US" dirty="0" err="1" smtClean="0"/>
              <a:t>Penelitian</a:t>
            </a:r>
            <a:r>
              <a:rPr lang="en-US" dirty="0" smtClean="0"/>
              <a:t> :</a:t>
            </a:r>
          </a:p>
          <a:p>
            <a:pPr algn="just"/>
            <a:r>
              <a:rPr lang="en-US" dirty="0"/>
              <a:t>Ada pun </a:t>
            </a:r>
            <a:r>
              <a:rPr lang="en-US" dirty="0" err="1"/>
              <a:t>waktu</a:t>
            </a:r>
            <a:r>
              <a:rPr lang="en-US" dirty="0"/>
              <a:t> </a:t>
            </a:r>
            <a:r>
              <a:rPr lang="en-US" dirty="0" err="1"/>
              <a:t>dan</a:t>
            </a:r>
            <a:r>
              <a:rPr lang="en-US" dirty="0"/>
              <a:t> </a:t>
            </a:r>
            <a:r>
              <a:rPr lang="en-US" dirty="0" err="1"/>
              <a:t>tempat</a:t>
            </a:r>
            <a:r>
              <a:rPr lang="en-US" dirty="0"/>
              <a:t> </a:t>
            </a:r>
            <a:r>
              <a:rPr lang="en-US" dirty="0" err="1"/>
              <a:t>penelitian</a:t>
            </a:r>
            <a:r>
              <a:rPr lang="en-US" dirty="0"/>
              <a:t> yang </a:t>
            </a:r>
            <a:r>
              <a:rPr lang="en-US" dirty="0" err="1"/>
              <a:t>akan</a:t>
            </a:r>
            <a:r>
              <a:rPr lang="en-US" dirty="0"/>
              <a:t> </a:t>
            </a:r>
            <a:r>
              <a:rPr lang="en-US" dirty="0" err="1"/>
              <a:t>dilakukan</a:t>
            </a:r>
            <a:r>
              <a:rPr lang="en-US" dirty="0"/>
              <a:t> </a:t>
            </a:r>
            <a:r>
              <a:rPr lang="en-US" dirty="0" err="1"/>
              <a:t>ini</a:t>
            </a:r>
            <a:r>
              <a:rPr lang="en-US" dirty="0"/>
              <a:t> </a:t>
            </a:r>
            <a:r>
              <a:rPr lang="en-US" dirty="0" err="1"/>
              <a:t>dilakukan</a:t>
            </a:r>
            <a:r>
              <a:rPr lang="en-US" dirty="0"/>
              <a:t> di </a:t>
            </a:r>
            <a:r>
              <a:rPr lang="en-US" dirty="0" err="1"/>
              <a:t>Sekolah</a:t>
            </a:r>
            <a:r>
              <a:rPr lang="en-US" dirty="0"/>
              <a:t> Al-Huda Islamic education Centre yang </a:t>
            </a:r>
            <a:r>
              <a:rPr lang="en-US" dirty="0" err="1"/>
              <a:t>berlokasi</a:t>
            </a:r>
            <a:r>
              <a:rPr lang="en-US" dirty="0"/>
              <a:t> </a:t>
            </a:r>
            <a:r>
              <a:rPr lang="en-US" dirty="0" err="1"/>
              <a:t>didaerah</a:t>
            </a:r>
            <a:r>
              <a:rPr lang="en-US" dirty="0"/>
              <a:t> Jakarta </a:t>
            </a:r>
            <a:r>
              <a:rPr lang="en-US" dirty="0" err="1"/>
              <a:t>Barat,untuk</a:t>
            </a:r>
            <a:r>
              <a:rPr lang="en-US" dirty="0"/>
              <a:t> </a:t>
            </a:r>
            <a:r>
              <a:rPr lang="en-US" dirty="0" err="1"/>
              <a:t>waktu</a:t>
            </a:r>
            <a:r>
              <a:rPr lang="en-US" dirty="0"/>
              <a:t> </a:t>
            </a:r>
            <a:r>
              <a:rPr lang="en-US" dirty="0" err="1"/>
              <a:t>penelitian</a:t>
            </a:r>
            <a:r>
              <a:rPr lang="en-US" dirty="0"/>
              <a:t> </a:t>
            </a:r>
            <a:r>
              <a:rPr lang="en-US" dirty="0" err="1"/>
              <a:t>ini</a:t>
            </a:r>
            <a:r>
              <a:rPr lang="en-US" dirty="0"/>
              <a:t> </a:t>
            </a:r>
            <a:r>
              <a:rPr lang="en-US" dirty="0" err="1"/>
              <a:t>dilaksanakan</a:t>
            </a:r>
            <a:r>
              <a:rPr lang="en-US" dirty="0"/>
              <a:t> </a:t>
            </a:r>
            <a:r>
              <a:rPr lang="en-US" dirty="0" err="1"/>
              <a:t>pada</a:t>
            </a:r>
            <a:r>
              <a:rPr lang="en-US" dirty="0"/>
              <a:t> </a:t>
            </a:r>
            <a:r>
              <a:rPr lang="en-US" dirty="0" err="1"/>
              <a:t>akhir</a:t>
            </a:r>
            <a:r>
              <a:rPr lang="en-US" dirty="0"/>
              <a:t> </a:t>
            </a:r>
            <a:r>
              <a:rPr lang="en-US" dirty="0" err="1"/>
              <a:t>bulan</a:t>
            </a:r>
            <a:r>
              <a:rPr lang="en-US" dirty="0"/>
              <a:t> </a:t>
            </a:r>
            <a:r>
              <a:rPr lang="en-US" dirty="0" err="1"/>
              <a:t>November,berikut</a:t>
            </a:r>
            <a:r>
              <a:rPr lang="en-US" dirty="0"/>
              <a:t> </a:t>
            </a:r>
            <a:r>
              <a:rPr lang="en-US" dirty="0" err="1"/>
              <a:t>adalah</a:t>
            </a:r>
            <a:r>
              <a:rPr lang="en-US" dirty="0"/>
              <a:t> </a:t>
            </a:r>
            <a:r>
              <a:rPr lang="en-US" dirty="0" err="1"/>
              <a:t>gambar</a:t>
            </a:r>
            <a:r>
              <a:rPr lang="en-US" dirty="0"/>
              <a:t> </a:t>
            </a:r>
            <a:r>
              <a:rPr lang="en-US" dirty="0" err="1"/>
              <a:t>dari</a:t>
            </a:r>
            <a:r>
              <a:rPr lang="en-US" dirty="0"/>
              <a:t> </a:t>
            </a:r>
            <a:r>
              <a:rPr lang="en-US" dirty="0" err="1"/>
              <a:t>Sekolah</a:t>
            </a:r>
            <a:r>
              <a:rPr lang="en-US" dirty="0"/>
              <a:t> Al Huda Islamic education Centre yang </a:t>
            </a:r>
            <a:r>
              <a:rPr lang="en-US" dirty="0" err="1"/>
              <a:t>ingin</a:t>
            </a:r>
            <a:r>
              <a:rPr lang="en-US" dirty="0"/>
              <a:t> </a:t>
            </a:r>
            <a:r>
              <a:rPr lang="en-US" dirty="0" err="1"/>
              <a:t>dilakukan</a:t>
            </a:r>
            <a:r>
              <a:rPr lang="en-US" dirty="0"/>
              <a:t> </a:t>
            </a:r>
            <a:r>
              <a:rPr lang="en-US" dirty="0" err="1"/>
              <a:t>studi</a:t>
            </a:r>
            <a:r>
              <a:rPr lang="en-US" dirty="0"/>
              <a:t> </a:t>
            </a:r>
            <a:r>
              <a:rPr lang="en-US" dirty="0" err="1"/>
              <a:t>perencanaan</a:t>
            </a:r>
            <a:r>
              <a:rPr lang="en-US" dirty="0"/>
              <a:t> </a:t>
            </a:r>
            <a:endParaRPr lang="en-US" dirty="0" smtClean="0"/>
          </a:p>
          <a:p>
            <a:pPr algn="just"/>
            <a:r>
              <a:rPr lang="en-US" dirty="0" err="1" smtClean="0"/>
              <a:t>perancangan</a:t>
            </a:r>
            <a:r>
              <a:rPr lang="en-US" dirty="0" smtClean="0"/>
              <a:t> </a:t>
            </a:r>
            <a:r>
              <a:rPr lang="en-US" dirty="0" err="1"/>
              <a:t>sistem</a:t>
            </a:r>
            <a:r>
              <a:rPr lang="en-US" dirty="0"/>
              <a:t> </a:t>
            </a:r>
            <a:r>
              <a:rPr lang="en-US" dirty="0" smtClean="0"/>
              <a:t>PLTS : </a:t>
            </a:r>
          </a:p>
          <a:p>
            <a:pPr algn="just"/>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2067694"/>
            <a:ext cx="3109913" cy="2359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048" y="2082110"/>
            <a:ext cx="3109913" cy="2359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55768" y="-1"/>
            <a:ext cx="2088232" cy="1022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3486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2800" dirty="0" err="1" smtClean="0"/>
              <a:t>Waktu</a:t>
            </a:r>
            <a:r>
              <a:rPr lang="en-US" sz="2800" dirty="0" smtClean="0"/>
              <a:t> </a:t>
            </a:r>
            <a:r>
              <a:rPr lang="en-US" sz="2800" dirty="0" err="1" smtClean="0"/>
              <a:t>Penelitian</a:t>
            </a:r>
            <a:r>
              <a:rPr lang="en-US" sz="2800" dirty="0" smtClean="0"/>
              <a:t> </a:t>
            </a:r>
            <a:endParaRPr lang="en-US" sz="2800" dirty="0"/>
          </a:p>
        </p:txBody>
      </p:sp>
      <p:sp>
        <p:nvSpPr>
          <p:cNvPr id="3" name="Text Placeholder 2"/>
          <p:cNvSpPr>
            <a:spLocks noGrp="1"/>
          </p:cNvSpPr>
          <p:nvPr>
            <p:ph type="body" sz="quarter" idx="11"/>
          </p:nvPr>
        </p:nvSpPr>
        <p:spPr>
          <a:xfrm>
            <a:off x="0" y="483518"/>
            <a:ext cx="9144000" cy="4032448"/>
          </a:xfrm>
        </p:spPr>
        <p:txBody>
          <a:bodyPr anchor="t"/>
          <a:lstStyle/>
          <a:p>
            <a:pPr algn="just"/>
            <a:endParaRPr lang="en-US" sz="1600" dirty="0"/>
          </a:p>
        </p:txBody>
      </p:sp>
      <p:graphicFrame>
        <p:nvGraphicFramePr>
          <p:cNvPr id="4" name="Table 3"/>
          <p:cNvGraphicFramePr>
            <a:graphicFrameLocks noGrp="1"/>
          </p:cNvGraphicFramePr>
          <p:nvPr/>
        </p:nvGraphicFramePr>
        <p:xfrm>
          <a:off x="1412557" y="1714182"/>
          <a:ext cx="6318885" cy="2366010"/>
        </p:xfrm>
        <a:graphic>
          <a:graphicData uri="http://schemas.openxmlformats.org/drawingml/2006/table">
            <a:tbl>
              <a:tblPr firstRow="1" firstCol="1" lastRow="1" lastCol="1" bandRow="1" bandCol="1"/>
              <a:tblGrid>
                <a:gridCol w="1079500"/>
                <a:gridCol w="1079500"/>
                <a:gridCol w="269875"/>
                <a:gridCol w="259080"/>
                <a:gridCol w="259080"/>
                <a:gridCol w="259080"/>
                <a:gridCol w="259080"/>
                <a:gridCol w="259080"/>
                <a:gridCol w="259080"/>
                <a:gridCol w="259080"/>
                <a:gridCol w="260985"/>
                <a:gridCol w="260985"/>
                <a:gridCol w="259080"/>
                <a:gridCol w="259080"/>
                <a:gridCol w="259080"/>
                <a:gridCol w="259080"/>
                <a:gridCol w="259080"/>
                <a:gridCol w="259080"/>
              </a:tblGrid>
              <a:tr h="229235">
                <a:tc rowSpan="3">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p>
                      <a:pPr marL="37465" marR="0">
                        <a:lnSpc>
                          <a:spcPct val="115000"/>
                        </a:lnSpc>
                        <a:spcBef>
                          <a:spcPts val="810"/>
                        </a:spcBef>
                        <a:spcAft>
                          <a:spcPts val="0"/>
                        </a:spcAft>
                      </a:pPr>
                      <a:r>
                        <a:rPr lang="id-ID" sz="1050">
                          <a:effectLst/>
                          <a:latin typeface="Times New Roman"/>
                          <a:ea typeface="Times New Roman"/>
                          <a:cs typeface="Times New Roman"/>
                        </a:rPr>
                        <a:t>No</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187325" marR="0">
                        <a:lnSpc>
                          <a:spcPct val="115000"/>
                        </a:lnSpc>
                        <a:spcBef>
                          <a:spcPts val="720"/>
                        </a:spcBef>
                        <a:spcAft>
                          <a:spcPts val="0"/>
                        </a:spcAft>
                      </a:pPr>
                      <a:r>
                        <a:rPr lang="id-ID" sz="1050">
                          <a:effectLst/>
                          <a:latin typeface="Times New Roman"/>
                          <a:ea typeface="Times New Roman"/>
                          <a:cs typeface="Times New Roman"/>
                        </a:rPr>
                        <a:t>KEGIATAN</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6">
                  <a:txBody>
                    <a:bodyPr/>
                    <a:lstStyle/>
                    <a:p>
                      <a:pPr marL="1830705" marR="1804670" algn="ctr">
                        <a:lnSpc>
                          <a:spcPct val="115000"/>
                        </a:lnSpc>
                        <a:spcBef>
                          <a:spcPts val="0"/>
                        </a:spcBef>
                        <a:spcAft>
                          <a:spcPts val="0"/>
                        </a:spcAft>
                      </a:pPr>
                      <a:r>
                        <a:rPr lang="id-ID" sz="1050">
                          <a:effectLst/>
                          <a:latin typeface="Times New Roman"/>
                          <a:ea typeface="Times New Roman"/>
                          <a:cs typeface="Times New Roman"/>
                        </a:rPr>
                        <a:t>BULAN</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27965">
                <a:tc vMerge="1">
                  <a:txBody>
                    <a:bodyPr/>
                    <a:lstStyle/>
                    <a:p>
                      <a:endParaRPr lang="en-US"/>
                    </a:p>
                  </a:txBody>
                  <a:tcPr/>
                </a:tc>
                <a:tc vMerge="1">
                  <a:txBody>
                    <a:bodyPr/>
                    <a:lstStyle/>
                    <a:p>
                      <a:endParaRPr lang="en-US"/>
                    </a:p>
                  </a:txBody>
                  <a:tcPr/>
                </a:tc>
                <a:tc gridSpan="4">
                  <a:txBody>
                    <a:bodyPr/>
                    <a:lstStyle/>
                    <a:p>
                      <a:pPr marL="222250" marR="0">
                        <a:lnSpc>
                          <a:spcPct val="115000"/>
                        </a:lnSpc>
                        <a:spcBef>
                          <a:spcPts val="0"/>
                        </a:spcBef>
                        <a:spcAft>
                          <a:spcPts val="0"/>
                        </a:spcAft>
                      </a:pPr>
                      <a:r>
                        <a:rPr lang="id-ID" sz="1050">
                          <a:effectLst/>
                          <a:latin typeface="Times New Roman"/>
                          <a:ea typeface="Times New Roman"/>
                          <a:cs typeface="Times New Roman"/>
                        </a:rPr>
                        <a:t>SEPTEMBER</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164465" marR="0">
                        <a:lnSpc>
                          <a:spcPct val="115000"/>
                        </a:lnSpc>
                        <a:spcBef>
                          <a:spcPts val="0"/>
                        </a:spcBef>
                        <a:spcAft>
                          <a:spcPts val="0"/>
                        </a:spcAft>
                      </a:pPr>
                      <a:r>
                        <a:rPr lang="id-ID" sz="1050">
                          <a:effectLst/>
                          <a:latin typeface="Times New Roman"/>
                          <a:ea typeface="Times New Roman"/>
                          <a:cs typeface="Times New Roman"/>
                        </a:rPr>
                        <a:t>OKTOBER</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188595" marR="0">
                        <a:lnSpc>
                          <a:spcPct val="115000"/>
                        </a:lnSpc>
                        <a:spcBef>
                          <a:spcPts val="0"/>
                        </a:spcBef>
                        <a:spcAft>
                          <a:spcPts val="0"/>
                        </a:spcAft>
                      </a:pPr>
                      <a:r>
                        <a:rPr lang="id-ID" sz="1050">
                          <a:effectLst/>
                          <a:latin typeface="Times New Roman"/>
                          <a:ea typeface="Times New Roman"/>
                          <a:cs typeface="Times New Roman"/>
                        </a:rPr>
                        <a:t>NOVEMBER</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257175" marR="0">
                        <a:lnSpc>
                          <a:spcPct val="115000"/>
                        </a:lnSpc>
                        <a:spcBef>
                          <a:spcPts val="0"/>
                        </a:spcBef>
                        <a:spcAft>
                          <a:spcPts val="0"/>
                        </a:spcAft>
                      </a:pPr>
                      <a:r>
                        <a:rPr lang="id-ID" sz="1050">
                          <a:effectLst/>
                          <a:latin typeface="Times New Roman"/>
                          <a:ea typeface="Times New Roman"/>
                          <a:cs typeface="Times New Roman"/>
                        </a:rPr>
                        <a:t>DESEMBER</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r>
              <a:tr h="238760">
                <a:tc vMerge="1">
                  <a:txBody>
                    <a:bodyPr/>
                    <a:lstStyle/>
                    <a:p>
                      <a:endParaRPr lang="en-US"/>
                    </a:p>
                  </a:txBody>
                  <a:tcPr/>
                </a:tc>
                <a:tc>
                  <a:txBody>
                    <a:bodyPr/>
                    <a:lstStyle/>
                    <a:p>
                      <a:pPr marL="254000" marR="0">
                        <a:lnSpc>
                          <a:spcPct val="115000"/>
                        </a:lnSpc>
                        <a:spcBef>
                          <a:spcPts val="85"/>
                        </a:spcBef>
                        <a:spcAft>
                          <a:spcPts val="0"/>
                        </a:spcAft>
                      </a:pPr>
                      <a:r>
                        <a:rPr lang="id-ID" sz="1050">
                          <a:effectLst/>
                          <a:latin typeface="Times New Roman"/>
                          <a:ea typeface="Times New Roman"/>
                          <a:cs typeface="Times New Roman"/>
                        </a:rPr>
                        <a:t>MINGGU</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9220" marR="0">
                        <a:lnSpc>
                          <a:spcPct val="115000"/>
                        </a:lnSpc>
                        <a:spcBef>
                          <a:spcPts val="85"/>
                        </a:spcBef>
                        <a:spcAft>
                          <a:spcPts val="0"/>
                        </a:spcAft>
                      </a:pPr>
                      <a:r>
                        <a:rPr lang="id-ID" sz="1050">
                          <a:effectLst/>
                          <a:latin typeface="Times New Roman"/>
                          <a:ea typeface="Times New Roman"/>
                          <a:cs typeface="Times New Roman"/>
                        </a:rPr>
                        <a:t>1</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805" marR="0">
                        <a:lnSpc>
                          <a:spcPct val="115000"/>
                        </a:lnSpc>
                        <a:spcBef>
                          <a:spcPts val="85"/>
                        </a:spcBef>
                        <a:spcAft>
                          <a:spcPts val="0"/>
                        </a:spcAft>
                      </a:pPr>
                      <a:r>
                        <a:rPr lang="id-ID" sz="1050">
                          <a:effectLst/>
                          <a:latin typeface="Times New Roman"/>
                          <a:ea typeface="Times New Roman"/>
                          <a:cs typeface="Times New Roman"/>
                        </a:rPr>
                        <a:t>2</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4775" marR="0">
                        <a:lnSpc>
                          <a:spcPct val="115000"/>
                        </a:lnSpc>
                        <a:spcBef>
                          <a:spcPts val="85"/>
                        </a:spcBef>
                        <a:spcAft>
                          <a:spcPts val="0"/>
                        </a:spcAft>
                      </a:pPr>
                      <a:r>
                        <a:rPr lang="id-ID" sz="1050">
                          <a:effectLst/>
                          <a:latin typeface="Times New Roman"/>
                          <a:ea typeface="Times New Roman"/>
                          <a:cs typeface="Times New Roman"/>
                        </a:rPr>
                        <a:t>3</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4775" marR="0">
                        <a:lnSpc>
                          <a:spcPct val="115000"/>
                        </a:lnSpc>
                        <a:spcBef>
                          <a:spcPts val="85"/>
                        </a:spcBef>
                        <a:spcAft>
                          <a:spcPts val="0"/>
                        </a:spcAft>
                      </a:pPr>
                      <a:r>
                        <a:rPr lang="id-ID" sz="1050">
                          <a:effectLst/>
                          <a:latin typeface="Times New Roman"/>
                          <a:ea typeface="Times New Roman"/>
                          <a:cs typeface="Times New Roman"/>
                        </a:rPr>
                        <a:t>4</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4775" marR="0">
                        <a:lnSpc>
                          <a:spcPct val="115000"/>
                        </a:lnSpc>
                        <a:spcBef>
                          <a:spcPts val="85"/>
                        </a:spcBef>
                        <a:spcAft>
                          <a:spcPts val="0"/>
                        </a:spcAft>
                      </a:pPr>
                      <a:r>
                        <a:rPr lang="id-ID" sz="1050">
                          <a:effectLst/>
                          <a:latin typeface="Times New Roman"/>
                          <a:ea typeface="Times New Roman"/>
                          <a:cs typeface="Times New Roman"/>
                        </a:rPr>
                        <a:t>1</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4775" marR="0">
                        <a:lnSpc>
                          <a:spcPct val="115000"/>
                        </a:lnSpc>
                        <a:spcBef>
                          <a:spcPts val="85"/>
                        </a:spcBef>
                        <a:spcAft>
                          <a:spcPts val="0"/>
                        </a:spcAft>
                      </a:pPr>
                      <a:r>
                        <a:rPr lang="id-ID" sz="1050">
                          <a:effectLst/>
                          <a:latin typeface="Times New Roman"/>
                          <a:ea typeface="Times New Roman"/>
                          <a:cs typeface="Times New Roman"/>
                        </a:rPr>
                        <a:t>2</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4775" marR="0">
                        <a:lnSpc>
                          <a:spcPct val="115000"/>
                        </a:lnSpc>
                        <a:spcBef>
                          <a:spcPts val="85"/>
                        </a:spcBef>
                        <a:spcAft>
                          <a:spcPts val="0"/>
                        </a:spcAft>
                      </a:pPr>
                      <a:r>
                        <a:rPr lang="id-ID" sz="1050">
                          <a:effectLst/>
                          <a:latin typeface="Times New Roman"/>
                          <a:ea typeface="Times New Roman"/>
                          <a:cs typeface="Times New Roman"/>
                        </a:rPr>
                        <a:t>3</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4775" marR="0">
                        <a:lnSpc>
                          <a:spcPct val="115000"/>
                        </a:lnSpc>
                        <a:spcBef>
                          <a:spcPts val="85"/>
                        </a:spcBef>
                        <a:spcAft>
                          <a:spcPts val="0"/>
                        </a:spcAft>
                      </a:pPr>
                      <a:r>
                        <a:rPr lang="id-ID" sz="1050">
                          <a:effectLst/>
                          <a:latin typeface="Times New Roman"/>
                          <a:ea typeface="Times New Roman"/>
                          <a:cs typeface="Times New Roman"/>
                        </a:rPr>
                        <a:t>4</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4775" marR="0">
                        <a:lnSpc>
                          <a:spcPct val="115000"/>
                        </a:lnSpc>
                        <a:spcBef>
                          <a:spcPts val="85"/>
                        </a:spcBef>
                        <a:spcAft>
                          <a:spcPts val="0"/>
                        </a:spcAft>
                      </a:pPr>
                      <a:r>
                        <a:rPr lang="id-ID" sz="1050">
                          <a:effectLst/>
                          <a:latin typeface="Times New Roman"/>
                          <a:ea typeface="Times New Roman"/>
                          <a:cs typeface="Times New Roman"/>
                        </a:rPr>
                        <a:t>1</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5410" marR="0">
                        <a:lnSpc>
                          <a:spcPct val="115000"/>
                        </a:lnSpc>
                        <a:spcBef>
                          <a:spcPts val="85"/>
                        </a:spcBef>
                        <a:spcAft>
                          <a:spcPts val="0"/>
                        </a:spcAft>
                      </a:pPr>
                      <a:r>
                        <a:rPr lang="id-ID" sz="1050">
                          <a:effectLst/>
                          <a:latin typeface="Times New Roman"/>
                          <a:ea typeface="Times New Roman"/>
                          <a:cs typeface="Times New Roman"/>
                        </a:rPr>
                        <a:t>2</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4775" marR="0">
                        <a:lnSpc>
                          <a:spcPct val="115000"/>
                        </a:lnSpc>
                        <a:spcBef>
                          <a:spcPts val="85"/>
                        </a:spcBef>
                        <a:spcAft>
                          <a:spcPts val="0"/>
                        </a:spcAft>
                      </a:pPr>
                      <a:r>
                        <a:rPr lang="id-ID" sz="1050">
                          <a:effectLst/>
                          <a:latin typeface="Times New Roman"/>
                          <a:ea typeface="Times New Roman"/>
                          <a:cs typeface="Times New Roman"/>
                        </a:rPr>
                        <a:t>3</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6680" marR="0">
                        <a:lnSpc>
                          <a:spcPct val="115000"/>
                        </a:lnSpc>
                        <a:spcBef>
                          <a:spcPts val="85"/>
                        </a:spcBef>
                        <a:spcAft>
                          <a:spcPts val="0"/>
                        </a:spcAft>
                      </a:pPr>
                      <a:r>
                        <a:rPr lang="id-ID" sz="1050">
                          <a:effectLst/>
                          <a:latin typeface="Times New Roman"/>
                          <a:ea typeface="Times New Roman"/>
                          <a:cs typeface="Times New Roman"/>
                        </a:rPr>
                        <a:t>4</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4775" marR="0">
                        <a:lnSpc>
                          <a:spcPct val="115000"/>
                        </a:lnSpc>
                        <a:spcBef>
                          <a:spcPts val="85"/>
                        </a:spcBef>
                        <a:spcAft>
                          <a:spcPts val="0"/>
                        </a:spcAft>
                      </a:pPr>
                      <a:r>
                        <a:rPr lang="id-ID" sz="1050">
                          <a:effectLst/>
                          <a:latin typeface="Times New Roman"/>
                          <a:ea typeface="Times New Roman"/>
                          <a:cs typeface="Times New Roman"/>
                        </a:rPr>
                        <a:t>1</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6680" marR="0">
                        <a:lnSpc>
                          <a:spcPct val="115000"/>
                        </a:lnSpc>
                        <a:spcBef>
                          <a:spcPts val="85"/>
                        </a:spcBef>
                        <a:spcAft>
                          <a:spcPts val="0"/>
                        </a:spcAft>
                      </a:pPr>
                      <a:r>
                        <a:rPr lang="id-ID" sz="1050">
                          <a:effectLst/>
                          <a:latin typeface="Times New Roman"/>
                          <a:ea typeface="Times New Roman"/>
                          <a:cs typeface="Times New Roman"/>
                        </a:rPr>
                        <a:t>2</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7950" marR="0">
                        <a:lnSpc>
                          <a:spcPct val="115000"/>
                        </a:lnSpc>
                        <a:spcBef>
                          <a:spcPts val="85"/>
                        </a:spcBef>
                        <a:spcAft>
                          <a:spcPts val="0"/>
                        </a:spcAft>
                      </a:pPr>
                      <a:r>
                        <a:rPr lang="id-ID" sz="1050">
                          <a:effectLst/>
                          <a:latin typeface="Times New Roman"/>
                          <a:ea typeface="Times New Roman"/>
                          <a:cs typeface="Times New Roman"/>
                        </a:rPr>
                        <a:t>3</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7950" marR="0">
                        <a:lnSpc>
                          <a:spcPct val="115000"/>
                        </a:lnSpc>
                        <a:spcBef>
                          <a:spcPts val="85"/>
                        </a:spcBef>
                        <a:spcAft>
                          <a:spcPts val="0"/>
                        </a:spcAft>
                      </a:pPr>
                      <a:r>
                        <a:rPr lang="id-ID" sz="1050">
                          <a:effectLst/>
                          <a:latin typeface="Times New Roman"/>
                          <a:ea typeface="Times New Roman"/>
                          <a:cs typeface="Times New Roman"/>
                        </a:rPr>
                        <a:t>4</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8760">
                <a:tc>
                  <a:txBody>
                    <a:bodyPr/>
                    <a:lstStyle/>
                    <a:p>
                      <a:pPr marL="0" marR="83185" algn="r">
                        <a:lnSpc>
                          <a:spcPct val="115000"/>
                        </a:lnSpc>
                        <a:spcBef>
                          <a:spcPts val="85"/>
                        </a:spcBef>
                        <a:spcAft>
                          <a:spcPts val="0"/>
                        </a:spcAft>
                      </a:pPr>
                      <a:r>
                        <a:rPr lang="id-ID" sz="1050">
                          <a:effectLst/>
                          <a:latin typeface="Times New Roman"/>
                          <a:ea typeface="Times New Roman"/>
                          <a:cs typeface="Times New Roman"/>
                        </a:rPr>
                        <a:t>1</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7305" marR="0">
                        <a:lnSpc>
                          <a:spcPct val="115000"/>
                        </a:lnSpc>
                        <a:spcBef>
                          <a:spcPts val="85"/>
                        </a:spcBef>
                        <a:spcAft>
                          <a:spcPts val="0"/>
                        </a:spcAft>
                      </a:pPr>
                      <a:r>
                        <a:rPr lang="id-ID" sz="1050" spc="-15">
                          <a:effectLst/>
                          <a:latin typeface="Times New Roman"/>
                          <a:ea typeface="Times New Roman"/>
                          <a:cs typeface="Times New Roman"/>
                        </a:rPr>
                        <a:t>Studi</a:t>
                      </a:r>
                      <a:r>
                        <a:rPr lang="id-ID" sz="1050" spc="-80">
                          <a:effectLst/>
                          <a:latin typeface="Times New Roman"/>
                          <a:ea typeface="Times New Roman"/>
                          <a:cs typeface="Times New Roman"/>
                        </a:rPr>
                        <a:t> </a:t>
                      </a:r>
                      <a:r>
                        <a:rPr lang="id-ID" sz="1050" spc="-10">
                          <a:effectLst/>
                          <a:latin typeface="Times New Roman"/>
                          <a:ea typeface="Times New Roman"/>
                          <a:cs typeface="Times New Roman"/>
                        </a:rPr>
                        <a:t>literatur</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8760">
                <a:tc>
                  <a:txBody>
                    <a:bodyPr/>
                    <a:lstStyle/>
                    <a:p>
                      <a:pPr marL="0" marR="83185" algn="r">
                        <a:lnSpc>
                          <a:spcPct val="115000"/>
                        </a:lnSpc>
                        <a:spcBef>
                          <a:spcPts val="75"/>
                        </a:spcBef>
                        <a:spcAft>
                          <a:spcPts val="0"/>
                        </a:spcAft>
                      </a:pPr>
                      <a:r>
                        <a:rPr lang="id-ID" sz="1050">
                          <a:effectLst/>
                          <a:latin typeface="Times New Roman"/>
                          <a:ea typeface="Times New Roman"/>
                          <a:cs typeface="Times New Roman"/>
                        </a:rPr>
                        <a:t>2</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7305" marR="0">
                        <a:lnSpc>
                          <a:spcPct val="115000"/>
                        </a:lnSpc>
                        <a:spcBef>
                          <a:spcPts val="75"/>
                        </a:spcBef>
                        <a:spcAft>
                          <a:spcPts val="0"/>
                        </a:spcAft>
                      </a:pPr>
                      <a:r>
                        <a:rPr lang="id-ID" sz="1050">
                          <a:effectLst/>
                          <a:latin typeface="Times New Roman"/>
                          <a:ea typeface="Times New Roman"/>
                          <a:cs typeface="Times New Roman"/>
                        </a:rPr>
                        <a:t>Observasi</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8760">
                <a:tc>
                  <a:txBody>
                    <a:bodyPr/>
                    <a:lstStyle/>
                    <a:p>
                      <a:pPr marL="0" marR="83185" algn="r">
                        <a:lnSpc>
                          <a:spcPct val="115000"/>
                        </a:lnSpc>
                        <a:spcBef>
                          <a:spcPts val="75"/>
                        </a:spcBef>
                        <a:spcAft>
                          <a:spcPts val="0"/>
                        </a:spcAft>
                      </a:pPr>
                      <a:r>
                        <a:rPr lang="id-ID" sz="1050">
                          <a:effectLst/>
                          <a:latin typeface="Times New Roman"/>
                          <a:ea typeface="Times New Roman"/>
                          <a:cs typeface="Times New Roman"/>
                        </a:rPr>
                        <a:t>3</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7305" marR="0">
                        <a:lnSpc>
                          <a:spcPct val="115000"/>
                        </a:lnSpc>
                        <a:spcBef>
                          <a:spcPts val="75"/>
                        </a:spcBef>
                        <a:spcAft>
                          <a:spcPts val="0"/>
                        </a:spcAft>
                      </a:pPr>
                      <a:r>
                        <a:rPr lang="id-ID" sz="1050" spc="-30">
                          <a:effectLst/>
                          <a:latin typeface="Times New Roman"/>
                          <a:ea typeface="Times New Roman"/>
                          <a:cs typeface="Times New Roman"/>
                        </a:rPr>
                        <a:t>Proposal</a:t>
                      </a:r>
                      <a:r>
                        <a:rPr lang="id-ID" sz="1050" spc="-95">
                          <a:effectLst/>
                          <a:latin typeface="Times New Roman"/>
                          <a:ea typeface="Times New Roman"/>
                          <a:cs typeface="Times New Roman"/>
                        </a:rPr>
                        <a:t> </a:t>
                      </a:r>
                      <a:r>
                        <a:rPr lang="id-ID" sz="1050" spc="-25">
                          <a:effectLst/>
                          <a:latin typeface="Times New Roman"/>
                          <a:ea typeface="Times New Roman"/>
                          <a:cs typeface="Times New Roman"/>
                        </a:rPr>
                        <a:t>skripsi</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8760">
                <a:tc>
                  <a:txBody>
                    <a:bodyPr/>
                    <a:lstStyle/>
                    <a:p>
                      <a:pPr marL="0" marR="83185" algn="r">
                        <a:lnSpc>
                          <a:spcPct val="115000"/>
                        </a:lnSpc>
                        <a:spcBef>
                          <a:spcPts val="75"/>
                        </a:spcBef>
                        <a:spcAft>
                          <a:spcPts val="0"/>
                        </a:spcAft>
                      </a:pPr>
                      <a:r>
                        <a:rPr lang="id-ID" sz="1050">
                          <a:effectLst/>
                          <a:latin typeface="Times New Roman"/>
                          <a:ea typeface="Times New Roman"/>
                          <a:cs typeface="Times New Roman"/>
                        </a:rPr>
                        <a:t>4</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7305" marR="0">
                        <a:lnSpc>
                          <a:spcPct val="115000"/>
                        </a:lnSpc>
                        <a:spcBef>
                          <a:spcPts val="75"/>
                        </a:spcBef>
                        <a:spcAft>
                          <a:spcPts val="0"/>
                        </a:spcAft>
                      </a:pPr>
                      <a:r>
                        <a:rPr lang="id-ID" sz="1050">
                          <a:effectLst/>
                          <a:latin typeface="Times New Roman"/>
                          <a:ea typeface="Times New Roman"/>
                          <a:cs typeface="Times New Roman"/>
                        </a:rPr>
                        <a:t>Sidang proposal</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8760">
                <a:tc>
                  <a:txBody>
                    <a:bodyPr/>
                    <a:lstStyle/>
                    <a:p>
                      <a:pPr marL="0" marR="83185" algn="r">
                        <a:lnSpc>
                          <a:spcPct val="115000"/>
                        </a:lnSpc>
                        <a:spcBef>
                          <a:spcPts val="60"/>
                        </a:spcBef>
                        <a:spcAft>
                          <a:spcPts val="0"/>
                        </a:spcAft>
                      </a:pPr>
                      <a:r>
                        <a:rPr lang="id-ID" sz="1050">
                          <a:effectLst/>
                          <a:latin typeface="Times New Roman"/>
                          <a:ea typeface="Times New Roman"/>
                          <a:cs typeface="Times New Roman"/>
                        </a:rPr>
                        <a:t>5</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7305" marR="0">
                        <a:lnSpc>
                          <a:spcPct val="115000"/>
                        </a:lnSpc>
                        <a:spcBef>
                          <a:spcPts val="60"/>
                        </a:spcBef>
                        <a:spcAft>
                          <a:spcPts val="0"/>
                        </a:spcAft>
                      </a:pPr>
                      <a:r>
                        <a:rPr lang="id-ID" sz="1050">
                          <a:effectLst/>
                          <a:latin typeface="Times New Roman"/>
                          <a:ea typeface="Times New Roman"/>
                          <a:cs typeface="Times New Roman"/>
                        </a:rPr>
                        <a:t>Perencanaan</a:t>
                      </a:r>
                      <a:r>
                        <a:rPr lang="id-ID" sz="1050" spc="-10">
                          <a:effectLst/>
                          <a:latin typeface="Times New Roman"/>
                          <a:ea typeface="Times New Roman"/>
                          <a:cs typeface="Times New Roman"/>
                        </a:rPr>
                        <a:t> </a:t>
                      </a:r>
                      <a:r>
                        <a:rPr lang="id-ID" sz="1050">
                          <a:effectLst/>
                          <a:latin typeface="Times New Roman"/>
                          <a:ea typeface="Times New Roman"/>
                          <a:cs typeface="Times New Roman"/>
                        </a:rPr>
                        <a:t>PLTS</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7490">
                <a:tc>
                  <a:txBody>
                    <a:bodyPr/>
                    <a:lstStyle/>
                    <a:p>
                      <a:pPr marL="0" marR="83185" algn="r">
                        <a:lnSpc>
                          <a:spcPct val="115000"/>
                        </a:lnSpc>
                        <a:spcBef>
                          <a:spcPts val="60"/>
                        </a:spcBef>
                        <a:spcAft>
                          <a:spcPts val="0"/>
                        </a:spcAft>
                      </a:pPr>
                      <a:r>
                        <a:rPr lang="id-ID" sz="1050">
                          <a:effectLst/>
                          <a:latin typeface="Times New Roman"/>
                          <a:ea typeface="Times New Roman"/>
                          <a:cs typeface="Times New Roman"/>
                        </a:rPr>
                        <a:t>6</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7305" marR="0">
                        <a:lnSpc>
                          <a:spcPct val="115000"/>
                        </a:lnSpc>
                        <a:spcBef>
                          <a:spcPts val="60"/>
                        </a:spcBef>
                        <a:spcAft>
                          <a:spcPts val="0"/>
                        </a:spcAft>
                      </a:pPr>
                      <a:r>
                        <a:rPr lang="id-ID" sz="1050">
                          <a:effectLst/>
                          <a:latin typeface="Times New Roman"/>
                          <a:ea typeface="Times New Roman"/>
                          <a:cs typeface="Times New Roman"/>
                        </a:rPr>
                        <a:t>Pengambilan</a:t>
                      </a:r>
                      <a:r>
                        <a:rPr lang="id-ID" sz="1050" spc="-10">
                          <a:effectLst/>
                          <a:latin typeface="Times New Roman"/>
                          <a:ea typeface="Times New Roman"/>
                          <a:cs typeface="Times New Roman"/>
                        </a:rPr>
                        <a:t> </a:t>
                      </a:r>
                      <a:r>
                        <a:rPr lang="id-ID" sz="1050">
                          <a:effectLst/>
                          <a:latin typeface="Times New Roman"/>
                          <a:ea typeface="Times New Roman"/>
                          <a:cs typeface="Times New Roman"/>
                        </a:rPr>
                        <a:t>data</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8760">
                <a:tc>
                  <a:txBody>
                    <a:bodyPr/>
                    <a:lstStyle/>
                    <a:p>
                      <a:pPr marL="0" marR="83185" algn="r">
                        <a:lnSpc>
                          <a:spcPct val="115000"/>
                        </a:lnSpc>
                        <a:spcBef>
                          <a:spcPts val="75"/>
                        </a:spcBef>
                        <a:spcAft>
                          <a:spcPts val="0"/>
                        </a:spcAft>
                      </a:pPr>
                      <a:r>
                        <a:rPr lang="id-ID" sz="1050">
                          <a:effectLst/>
                          <a:latin typeface="Times New Roman"/>
                          <a:ea typeface="Times New Roman"/>
                          <a:cs typeface="Times New Roman"/>
                        </a:rPr>
                        <a:t>7</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7305" marR="0">
                        <a:lnSpc>
                          <a:spcPct val="115000"/>
                        </a:lnSpc>
                        <a:spcBef>
                          <a:spcPts val="75"/>
                        </a:spcBef>
                        <a:spcAft>
                          <a:spcPts val="0"/>
                        </a:spcAft>
                      </a:pPr>
                      <a:r>
                        <a:rPr lang="id-ID" sz="1050">
                          <a:effectLst/>
                          <a:latin typeface="Times New Roman"/>
                          <a:ea typeface="Times New Roman"/>
                          <a:cs typeface="Times New Roman"/>
                        </a:rPr>
                        <a:t>Membuat</a:t>
                      </a:r>
                      <a:r>
                        <a:rPr lang="id-ID" sz="1050" spc="-10">
                          <a:effectLst/>
                          <a:latin typeface="Times New Roman"/>
                          <a:ea typeface="Times New Roman"/>
                          <a:cs typeface="Times New Roman"/>
                        </a:rPr>
                        <a:t> </a:t>
                      </a:r>
                      <a:r>
                        <a:rPr lang="id-ID" sz="1050">
                          <a:effectLst/>
                          <a:latin typeface="Times New Roman"/>
                          <a:ea typeface="Times New Roman"/>
                          <a:cs typeface="Times New Roman"/>
                        </a:rPr>
                        <a:t>laporan</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15000"/>
                        </a:lnSpc>
                        <a:spcBef>
                          <a:spcPts val="0"/>
                        </a:spcBef>
                        <a:spcAft>
                          <a:spcPts val="0"/>
                        </a:spcAft>
                      </a:pPr>
                      <a:r>
                        <a:rPr lang="id-ID" sz="1100">
                          <a:effectLst/>
                          <a:latin typeface="Times New Roman"/>
                          <a:ea typeface="Times New Roman"/>
                          <a:cs typeface="Times New Roman"/>
                        </a:rPr>
                        <a:t> </a:t>
                      </a:r>
                      <a:endParaRPr lang="en-US" sz="110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15000"/>
                        </a:lnSpc>
                        <a:spcBef>
                          <a:spcPts val="0"/>
                        </a:spcBef>
                        <a:spcAft>
                          <a:spcPts val="0"/>
                        </a:spcAft>
                      </a:pPr>
                      <a:r>
                        <a:rPr lang="id-ID" sz="1100" dirty="0">
                          <a:effectLst/>
                          <a:latin typeface="Times New Roman"/>
                          <a:ea typeface="Times New Roman"/>
                          <a:cs typeface="Times New Roman"/>
                        </a:rPr>
                        <a:t> </a:t>
                      </a:r>
                      <a:endParaRPr lang="en-US" sz="1100" dirty="0">
                        <a:effectLst/>
                        <a:latin typeface="Times New Roman"/>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r>
            </a:tbl>
          </a:graphicData>
        </a:graphic>
      </p:graphicFrame>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6256" y="-25814"/>
            <a:ext cx="2353699" cy="1152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49651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0" y="123478"/>
            <a:ext cx="9144000" cy="4896544"/>
          </a:xfrm>
        </p:spPr>
        <p:txBody>
          <a:bodyPr anchor="t"/>
          <a:lstStyle/>
          <a:p>
            <a:pPr algn="just"/>
            <a:r>
              <a:rPr lang="en-US" sz="2000" dirty="0" err="1" smtClean="0"/>
              <a:t>Metode</a:t>
            </a:r>
            <a:r>
              <a:rPr lang="en-US" sz="2000" dirty="0" smtClean="0"/>
              <a:t> </a:t>
            </a:r>
            <a:r>
              <a:rPr lang="en-US" sz="2000" dirty="0" err="1" smtClean="0"/>
              <a:t>Penelitian</a:t>
            </a:r>
            <a:endParaRPr lang="en-US" sz="2000" dirty="0"/>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1880" y="123478"/>
            <a:ext cx="2487779" cy="4740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8224" y="32763"/>
            <a:ext cx="2696797" cy="1320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58178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2400" dirty="0" err="1" smtClean="0"/>
              <a:t>Metode</a:t>
            </a:r>
            <a:r>
              <a:rPr lang="en-US" sz="2400" dirty="0" smtClean="0"/>
              <a:t> </a:t>
            </a:r>
            <a:r>
              <a:rPr lang="en-US" sz="2400" dirty="0" err="1" smtClean="0"/>
              <a:t>Pengambilan</a:t>
            </a:r>
            <a:r>
              <a:rPr lang="en-US" sz="2400" dirty="0" smtClean="0"/>
              <a:t> Data </a:t>
            </a:r>
            <a:endParaRPr lang="en-US" sz="2400" dirty="0"/>
          </a:p>
        </p:txBody>
      </p:sp>
      <p:sp>
        <p:nvSpPr>
          <p:cNvPr id="3" name="Text Placeholder 2"/>
          <p:cNvSpPr>
            <a:spLocks noGrp="1"/>
          </p:cNvSpPr>
          <p:nvPr>
            <p:ph type="body" sz="quarter" idx="11"/>
          </p:nvPr>
        </p:nvSpPr>
        <p:spPr>
          <a:xfrm>
            <a:off x="0" y="699542"/>
            <a:ext cx="9144000" cy="4248472"/>
          </a:xfrm>
        </p:spPr>
        <p:txBody>
          <a:bodyPr anchor="t"/>
          <a:lstStyle/>
          <a:p>
            <a:pPr algn="just"/>
            <a:r>
              <a:rPr lang="en-US" dirty="0" err="1" smtClean="0"/>
              <a:t>Mencari</a:t>
            </a:r>
            <a:r>
              <a:rPr lang="en-US" dirty="0" smtClean="0"/>
              <a:t> </a:t>
            </a:r>
            <a:r>
              <a:rPr lang="en-US" dirty="0" err="1" smtClean="0"/>
              <a:t>Jumlah</a:t>
            </a:r>
            <a:r>
              <a:rPr lang="en-US" dirty="0" smtClean="0"/>
              <a:t> Beban </a:t>
            </a:r>
            <a:r>
              <a:rPr lang="en-US" dirty="0" err="1" smtClean="0"/>
              <a:t>dan</a:t>
            </a:r>
            <a:r>
              <a:rPr lang="en-US" dirty="0" smtClean="0"/>
              <a:t> </a:t>
            </a:r>
            <a:r>
              <a:rPr lang="en-US" dirty="0" err="1" smtClean="0"/>
              <a:t>menggunakan</a:t>
            </a:r>
            <a:r>
              <a:rPr lang="en-US" dirty="0" smtClean="0"/>
              <a:t> Parameter </a:t>
            </a:r>
            <a:r>
              <a:rPr lang="en-US" dirty="0" err="1" smtClean="0"/>
              <a:t>Efisiensi</a:t>
            </a:r>
            <a:r>
              <a:rPr lang="en-US" dirty="0" smtClean="0"/>
              <a:t> Inverter </a:t>
            </a:r>
            <a:r>
              <a:rPr lang="en-US" dirty="0" err="1" smtClean="0"/>
              <a:t>dengan</a:t>
            </a:r>
            <a:r>
              <a:rPr lang="en-US" dirty="0" smtClean="0"/>
              <a:t> </a:t>
            </a:r>
            <a:r>
              <a:rPr lang="en-US" dirty="0" err="1" smtClean="0"/>
              <a:t>sepsifikasi</a:t>
            </a:r>
            <a:r>
              <a:rPr lang="en-US" dirty="0" smtClean="0"/>
              <a:t> </a:t>
            </a:r>
            <a:r>
              <a:rPr lang="en-US" dirty="0" err="1" smtClean="0"/>
              <a:t>tertentu</a:t>
            </a:r>
            <a:endParaRPr lang="en-US" dirty="0" smtClean="0"/>
          </a:p>
          <a:p>
            <a:pPr algn="just"/>
            <a:endParaRPr lang="en-US" dirty="0"/>
          </a:p>
          <a:p>
            <a:pPr algn="just"/>
            <a:endParaRPr lang="en-US" dirty="0" smtClean="0"/>
          </a:p>
          <a:p>
            <a:pPr algn="just"/>
            <a:r>
              <a:rPr lang="en-US" dirty="0" err="1" smtClean="0"/>
              <a:t>Mencari</a:t>
            </a:r>
            <a:r>
              <a:rPr lang="en-US" dirty="0" smtClean="0"/>
              <a:t> </a:t>
            </a:r>
            <a:r>
              <a:rPr lang="en-US" dirty="0" err="1" smtClean="0"/>
              <a:t>beban</a:t>
            </a:r>
            <a:r>
              <a:rPr lang="en-US" dirty="0" smtClean="0"/>
              <a:t> </a:t>
            </a:r>
            <a:r>
              <a:rPr lang="en-US" dirty="0" err="1" smtClean="0"/>
              <a:t>Harian</a:t>
            </a:r>
            <a:r>
              <a:rPr lang="en-US" dirty="0" smtClean="0"/>
              <a:t>  </a:t>
            </a:r>
          </a:p>
          <a:p>
            <a:pPr algn="just"/>
            <a:endParaRPr lang="en-US" dirty="0"/>
          </a:p>
          <a:p>
            <a:pPr algn="just"/>
            <a:endParaRPr lang="en-US" dirty="0" smtClean="0"/>
          </a:p>
          <a:p>
            <a:pPr algn="just"/>
            <a:endParaRPr lang="en-US" dirty="0"/>
          </a:p>
          <a:p>
            <a:pPr algn="just"/>
            <a:r>
              <a:rPr lang="en-US" dirty="0" err="1" smtClean="0"/>
              <a:t>Mencari</a:t>
            </a:r>
            <a:r>
              <a:rPr lang="en-US" dirty="0" smtClean="0"/>
              <a:t> </a:t>
            </a:r>
            <a:r>
              <a:rPr lang="en-US" dirty="0" err="1" smtClean="0"/>
              <a:t>luas</a:t>
            </a:r>
            <a:r>
              <a:rPr lang="en-US" dirty="0" smtClean="0"/>
              <a:t> </a:t>
            </a:r>
            <a:r>
              <a:rPr lang="en-US" dirty="0" err="1" smtClean="0"/>
              <a:t>Lokasi</a:t>
            </a:r>
            <a:r>
              <a:rPr lang="en-US" dirty="0" smtClean="0"/>
              <a:t> </a:t>
            </a:r>
            <a:r>
              <a:rPr lang="en-US" dirty="0" err="1" smtClean="0"/>
              <a:t>Ploting</a:t>
            </a:r>
            <a:r>
              <a:rPr lang="en-US" dirty="0" smtClean="0"/>
              <a:t> </a:t>
            </a:r>
            <a:r>
              <a:rPr lang="en-US" dirty="0" err="1" smtClean="0"/>
              <a:t>Modul</a:t>
            </a:r>
            <a:endParaRPr lang="en-US" dirty="0" smtClean="0"/>
          </a:p>
          <a:p>
            <a:pPr algn="just"/>
            <a:endParaRPr lang="en-US" dirty="0"/>
          </a:p>
          <a:p>
            <a:pPr algn="just"/>
            <a:endParaRPr lang="en-US" dirty="0" smtClean="0"/>
          </a:p>
          <a:p>
            <a:pPr algn="just"/>
            <a:endParaRPr lang="en-US" dirty="0"/>
          </a:p>
          <a:p>
            <a:pPr algn="just"/>
            <a:r>
              <a:rPr lang="en-US" dirty="0" err="1" smtClean="0"/>
              <a:t>Mencari</a:t>
            </a:r>
            <a:r>
              <a:rPr lang="en-US" dirty="0" smtClean="0"/>
              <a:t> </a:t>
            </a:r>
            <a:r>
              <a:rPr lang="en-US" dirty="0" err="1" smtClean="0"/>
              <a:t>Besar</a:t>
            </a:r>
            <a:r>
              <a:rPr lang="en-US" dirty="0" smtClean="0"/>
              <a:t> </a:t>
            </a:r>
            <a:r>
              <a:rPr lang="en-US" dirty="0" err="1" smtClean="0"/>
              <a:t>suhu</a:t>
            </a:r>
            <a:r>
              <a:rPr lang="en-US" dirty="0" smtClean="0"/>
              <a:t> rata-Rata di </a:t>
            </a:r>
            <a:r>
              <a:rPr lang="en-US" dirty="0" err="1" smtClean="0"/>
              <a:t>lokasi</a:t>
            </a:r>
            <a:r>
              <a:rPr lang="en-US" dirty="0" smtClean="0"/>
              <a:t> </a:t>
            </a:r>
            <a:r>
              <a:rPr lang="en-US" dirty="0" err="1" smtClean="0"/>
              <a:t>dengan</a:t>
            </a:r>
            <a:r>
              <a:rPr lang="en-US" dirty="0" smtClean="0"/>
              <a:t> </a:t>
            </a:r>
            <a:r>
              <a:rPr lang="en-US" dirty="0" err="1" smtClean="0"/>
              <a:t>emnggunakan</a:t>
            </a:r>
            <a:r>
              <a:rPr lang="en-US" dirty="0" smtClean="0"/>
              <a:t> Software </a:t>
            </a:r>
            <a:r>
              <a:rPr lang="en-US" dirty="0" err="1" smtClean="0"/>
              <a:t>Pencari</a:t>
            </a:r>
            <a:r>
              <a:rPr lang="en-US" dirty="0" smtClean="0"/>
              <a:t> </a:t>
            </a:r>
            <a:r>
              <a:rPr lang="en-US" dirty="0" err="1" smtClean="0"/>
              <a:t>Besar</a:t>
            </a:r>
            <a:r>
              <a:rPr lang="en-US" dirty="0" smtClean="0"/>
              <a:t> </a:t>
            </a:r>
            <a:r>
              <a:rPr lang="en-US" dirty="0" err="1" smtClean="0"/>
              <a:t>Radiasi</a:t>
            </a:r>
            <a:r>
              <a:rPr lang="en-US" dirty="0" smtClean="0"/>
              <a:t> </a:t>
            </a:r>
            <a:r>
              <a:rPr lang="en-US" dirty="0" err="1" smtClean="0"/>
              <a:t>Matahari</a:t>
            </a:r>
            <a:r>
              <a:rPr lang="en-US" dirty="0" smtClean="0"/>
              <a:t> </a:t>
            </a:r>
          </a:p>
          <a:p>
            <a:pPr algn="just"/>
            <a:endParaRPr lang="en-US" dirty="0"/>
          </a:p>
          <a:p>
            <a:pPr algn="just"/>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469" y="996466"/>
            <a:ext cx="3562737" cy="567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1779662"/>
            <a:ext cx="353494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20" y="2715766"/>
            <a:ext cx="3150550"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20272" y="-92546"/>
            <a:ext cx="2345680" cy="1148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782979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0" y="123478"/>
            <a:ext cx="9144000" cy="4680520"/>
          </a:xfrm>
        </p:spPr>
        <p:txBody>
          <a:bodyPr anchor="t"/>
          <a:lstStyle/>
          <a:p>
            <a:pPr algn="just"/>
            <a:r>
              <a:rPr lang="en-US" sz="2000" dirty="0" err="1" smtClean="0"/>
              <a:t>Daya</a:t>
            </a:r>
            <a:r>
              <a:rPr lang="en-US" sz="2000" dirty="0" smtClean="0"/>
              <a:t> </a:t>
            </a:r>
            <a:r>
              <a:rPr lang="en-US" sz="2000" dirty="0" err="1" smtClean="0"/>
              <a:t>dari</a:t>
            </a:r>
            <a:r>
              <a:rPr lang="en-US" sz="2000" dirty="0" smtClean="0"/>
              <a:t> yang </a:t>
            </a:r>
            <a:r>
              <a:rPr lang="en-US" sz="2000" dirty="0" err="1" smtClean="0"/>
              <a:t>dapat</a:t>
            </a:r>
            <a:r>
              <a:rPr lang="en-US" sz="2000" dirty="0" smtClean="0"/>
              <a:t> di </a:t>
            </a:r>
            <a:r>
              <a:rPr lang="en-US" sz="2000" dirty="0" err="1" smtClean="0"/>
              <a:t>bangkitkan</a:t>
            </a:r>
            <a:r>
              <a:rPr lang="en-US" sz="2000" dirty="0" smtClean="0"/>
              <a:t> </a:t>
            </a:r>
            <a:r>
              <a:rPr lang="en-US" sz="2000" dirty="0" err="1" smtClean="0"/>
              <a:t>Plts</a:t>
            </a:r>
            <a:endParaRPr lang="en-US" sz="2000" dirty="0" smtClean="0"/>
          </a:p>
          <a:p>
            <a:pPr algn="just"/>
            <a:endParaRPr lang="en-US" sz="2000" dirty="0"/>
          </a:p>
          <a:p>
            <a:pPr algn="just"/>
            <a:endParaRPr lang="en-US" sz="2400" dirty="0" smtClean="0"/>
          </a:p>
          <a:p>
            <a:pPr algn="just"/>
            <a:r>
              <a:rPr lang="en-US" sz="2400" dirty="0" err="1" smtClean="0"/>
              <a:t>Jumlah</a:t>
            </a:r>
            <a:r>
              <a:rPr lang="en-US" sz="2400" dirty="0" smtClean="0"/>
              <a:t> Panel yang </a:t>
            </a:r>
            <a:r>
              <a:rPr lang="en-US" sz="2400" dirty="0" err="1" smtClean="0"/>
              <a:t>dibutuhkan</a:t>
            </a:r>
            <a:r>
              <a:rPr lang="en-US" sz="2400" dirty="0" smtClean="0"/>
              <a:t> </a:t>
            </a:r>
          </a:p>
          <a:p>
            <a:pPr algn="just"/>
            <a:endParaRPr lang="en-US" sz="2400" dirty="0"/>
          </a:p>
        </p:txBody>
      </p:sp>
      <p:pic>
        <p:nvPicPr>
          <p:cNvPr id="2150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915566"/>
            <a:ext cx="3742016" cy="360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067694"/>
            <a:ext cx="3168352"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73361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2400" dirty="0" smtClean="0"/>
              <a:t>Software </a:t>
            </a:r>
            <a:r>
              <a:rPr lang="en-US" sz="2400" dirty="0" err="1" smtClean="0"/>
              <a:t>Pencari</a:t>
            </a:r>
            <a:r>
              <a:rPr lang="en-US" sz="2400" dirty="0" smtClean="0"/>
              <a:t> </a:t>
            </a:r>
            <a:r>
              <a:rPr lang="en-US" sz="2400" dirty="0" err="1" smtClean="0"/>
              <a:t>Besar</a:t>
            </a:r>
            <a:r>
              <a:rPr lang="en-US" sz="2400" dirty="0" smtClean="0"/>
              <a:t> </a:t>
            </a:r>
            <a:r>
              <a:rPr lang="en-US" sz="2400" dirty="0" err="1" smtClean="0"/>
              <a:t>Radiasi</a:t>
            </a:r>
            <a:r>
              <a:rPr lang="en-US" sz="2400" dirty="0" smtClean="0"/>
              <a:t> </a:t>
            </a:r>
            <a:r>
              <a:rPr lang="en-US" sz="2400" dirty="0" err="1" smtClean="0"/>
              <a:t>Matahari</a:t>
            </a:r>
            <a:endParaRPr lang="en-US" sz="2400" dirty="0"/>
          </a:p>
        </p:txBody>
      </p:sp>
      <p:sp>
        <p:nvSpPr>
          <p:cNvPr id="3" name="Text Placeholder 2"/>
          <p:cNvSpPr>
            <a:spLocks noGrp="1"/>
          </p:cNvSpPr>
          <p:nvPr>
            <p:ph type="body" sz="quarter" idx="11"/>
          </p:nvPr>
        </p:nvSpPr>
        <p:spPr>
          <a:xfrm>
            <a:off x="0" y="699542"/>
            <a:ext cx="9144000" cy="4104456"/>
          </a:xfrm>
        </p:spPr>
        <p:txBody>
          <a:bodyPr anchor="t"/>
          <a:lstStyle/>
          <a:p>
            <a:endParaRPr 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776" y="1354136"/>
            <a:ext cx="4276501" cy="2643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08304" y="-18980"/>
            <a:ext cx="1909198" cy="934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3247218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2800" dirty="0" smtClean="0"/>
              <a:t>Software </a:t>
            </a:r>
            <a:r>
              <a:rPr lang="en-US" sz="2800" dirty="0" err="1" smtClean="0"/>
              <a:t>HelioScope</a:t>
            </a:r>
            <a:endParaRPr lang="en-US" sz="2800" dirty="0"/>
          </a:p>
        </p:txBody>
      </p:sp>
      <p:sp>
        <p:nvSpPr>
          <p:cNvPr id="3" name="Text Placeholder 2"/>
          <p:cNvSpPr>
            <a:spLocks noGrp="1"/>
          </p:cNvSpPr>
          <p:nvPr>
            <p:ph type="body" sz="quarter" idx="11"/>
          </p:nvPr>
        </p:nvSpPr>
        <p:spPr>
          <a:xfrm>
            <a:off x="0" y="699542"/>
            <a:ext cx="9144000" cy="4032448"/>
          </a:xfrm>
        </p:spPr>
        <p:txBody>
          <a:bodyPr/>
          <a:lstStyle/>
          <a:p>
            <a:pPr algn="just"/>
            <a:endParaRPr lang="en-U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17" y="1275606"/>
            <a:ext cx="4252251" cy="2515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16016" y="1275606"/>
            <a:ext cx="4320480" cy="25154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76256" y="6047"/>
            <a:ext cx="2342823" cy="1146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711933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0" y="51470"/>
            <a:ext cx="9144000" cy="4824536"/>
          </a:xfrm>
        </p:spPr>
        <p:txBody>
          <a:bodyPr anchor="t"/>
          <a:lstStyle/>
          <a:p>
            <a:pPr marL="285750" indent="-285750" algn="l">
              <a:buFont typeface="Arial" panose="020B0604020202020204" pitchFamily="34" charset="0"/>
              <a:buChar char="•"/>
            </a:pPr>
            <a:endParaRPr lang="en-US" dirty="0" smtClean="0"/>
          </a:p>
          <a:p>
            <a:pPr algn="l"/>
            <a:endParaRPr lang="en-US" dirty="0"/>
          </a:p>
          <a:p>
            <a:pPr algn="l"/>
            <a:endParaRPr lang="en-US" dirty="0" smtClean="0"/>
          </a:p>
          <a:p>
            <a:pPr marL="285750" indent="-285750" algn="l">
              <a:buFont typeface="Arial" panose="020B0604020202020204" pitchFamily="34" charset="0"/>
              <a:buChar char="•"/>
            </a:pPr>
            <a:r>
              <a:rPr lang="en-US" dirty="0" err="1" smtClean="0"/>
              <a:t>Penentuan</a:t>
            </a:r>
            <a:r>
              <a:rPr lang="en-US" dirty="0" smtClean="0"/>
              <a:t> </a:t>
            </a:r>
            <a:r>
              <a:rPr lang="en-US" dirty="0" err="1" smtClean="0"/>
              <a:t>Hadap</a:t>
            </a:r>
            <a:r>
              <a:rPr lang="en-US" dirty="0" smtClean="0"/>
              <a:t> </a:t>
            </a:r>
            <a:r>
              <a:rPr lang="en-US" dirty="0" err="1" smtClean="0"/>
              <a:t>Sudut</a:t>
            </a:r>
            <a:r>
              <a:rPr lang="en-US" dirty="0" smtClean="0"/>
              <a:t> Azimuth </a:t>
            </a:r>
          </a:p>
          <a:p>
            <a:pPr algn="l"/>
            <a:r>
              <a:rPr lang="en-US" dirty="0" err="1" smtClean="0"/>
              <a:t>Sudut</a:t>
            </a:r>
            <a:r>
              <a:rPr lang="en-US" dirty="0" smtClean="0"/>
              <a:t> azimuth </a:t>
            </a:r>
            <a:r>
              <a:rPr lang="en-US" dirty="0" err="1" smtClean="0"/>
              <a:t>biasanya</a:t>
            </a:r>
            <a:r>
              <a:rPr lang="en-US" dirty="0" smtClean="0"/>
              <a:t> </a:t>
            </a:r>
            <a:r>
              <a:rPr lang="en-US" dirty="0" err="1" smtClean="0"/>
              <a:t>hanya</a:t>
            </a:r>
            <a:r>
              <a:rPr lang="en-US" dirty="0" smtClean="0"/>
              <a:t> </a:t>
            </a:r>
            <a:r>
              <a:rPr lang="en-US" dirty="0" err="1" smtClean="0"/>
              <a:t>ada</a:t>
            </a:r>
            <a:r>
              <a:rPr lang="en-US" dirty="0" smtClean="0"/>
              <a:t> di </a:t>
            </a:r>
            <a:r>
              <a:rPr lang="en-US" dirty="0" err="1" smtClean="0"/>
              <a:t>tahap</a:t>
            </a:r>
            <a:r>
              <a:rPr lang="en-US" dirty="0" smtClean="0"/>
              <a:t> </a:t>
            </a:r>
            <a:r>
              <a:rPr lang="en-US" dirty="0" err="1" smtClean="0"/>
              <a:t>awal</a:t>
            </a:r>
            <a:r>
              <a:rPr lang="en-US" dirty="0" smtClean="0"/>
              <a:t> </a:t>
            </a:r>
            <a:r>
              <a:rPr lang="en-US" dirty="0" err="1" smtClean="0"/>
              <a:t>sebelum</a:t>
            </a:r>
            <a:r>
              <a:rPr lang="en-US" dirty="0" smtClean="0"/>
              <a:t> </a:t>
            </a:r>
            <a:r>
              <a:rPr lang="en-US" dirty="0" err="1" smtClean="0"/>
              <a:t>pemasangan,sudut</a:t>
            </a:r>
            <a:r>
              <a:rPr lang="en-US" dirty="0" smtClean="0"/>
              <a:t> </a:t>
            </a:r>
            <a:r>
              <a:rPr lang="en-US" dirty="0" err="1" smtClean="0"/>
              <a:t>ini</a:t>
            </a:r>
            <a:r>
              <a:rPr lang="en-US" dirty="0" smtClean="0"/>
              <a:t> </a:t>
            </a:r>
            <a:r>
              <a:rPr lang="en-US" dirty="0" err="1" smtClean="0"/>
              <a:t>digunakan</a:t>
            </a:r>
            <a:r>
              <a:rPr lang="en-US" dirty="0" smtClean="0"/>
              <a:t> </a:t>
            </a:r>
            <a:r>
              <a:rPr lang="en-US" dirty="0" err="1"/>
              <a:t>menghadap</a:t>
            </a:r>
            <a:r>
              <a:rPr lang="en-US" dirty="0"/>
              <a:t> </a:t>
            </a:r>
            <a:r>
              <a:rPr lang="en-US" dirty="0" err="1"/>
              <a:t>dengan</a:t>
            </a:r>
            <a:r>
              <a:rPr lang="en-US" dirty="0"/>
              <a:t> </a:t>
            </a:r>
            <a:r>
              <a:rPr lang="en-US" dirty="0" err="1"/>
              <a:t>Posisi</a:t>
            </a:r>
            <a:r>
              <a:rPr lang="en-US" dirty="0"/>
              <a:t> </a:t>
            </a:r>
            <a:r>
              <a:rPr lang="en-US" dirty="0" err="1"/>
              <a:t>Matahari</a:t>
            </a:r>
            <a:r>
              <a:rPr lang="en-US" dirty="0"/>
              <a:t> </a:t>
            </a:r>
            <a:r>
              <a:rPr lang="en-US" dirty="0" err="1"/>
              <a:t>terbit</a:t>
            </a:r>
            <a:r>
              <a:rPr lang="en-US" dirty="0"/>
              <a:t> </a:t>
            </a:r>
            <a:r>
              <a:rPr lang="en-US" dirty="0" err="1"/>
              <a:t>atau</a:t>
            </a:r>
            <a:r>
              <a:rPr lang="en-US" dirty="0"/>
              <a:t> </a:t>
            </a:r>
            <a:r>
              <a:rPr lang="en-US" dirty="0" err="1"/>
              <a:t>dapat</a:t>
            </a:r>
            <a:r>
              <a:rPr lang="en-US" dirty="0"/>
              <a:t> </a:t>
            </a:r>
            <a:r>
              <a:rPr lang="en-US" dirty="0" err="1"/>
              <a:t>disesuaikan</a:t>
            </a:r>
            <a:r>
              <a:rPr lang="en-US" dirty="0"/>
              <a:t> </a:t>
            </a:r>
            <a:r>
              <a:rPr lang="en-US" dirty="0" err="1"/>
              <a:t>dengan</a:t>
            </a:r>
            <a:r>
              <a:rPr lang="en-US" dirty="0"/>
              <a:t> </a:t>
            </a:r>
            <a:r>
              <a:rPr lang="en-US" dirty="0" err="1"/>
              <a:t>Dimensi</a:t>
            </a:r>
            <a:r>
              <a:rPr lang="en-US" dirty="0"/>
              <a:t> </a:t>
            </a:r>
            <a:r>
              <a:rPr lang="en-US" dirty="0" err="1"/>
              <a:t>dan</a:t>
            </a:r>
            <a:r>
              <a:rPr lang="en-US" dirty="0"/>
              <a:t> </a:t>
            </a:r>
            <a:r>
              <a:rPr lang="en-US" dirty="0" err="1"/>
              <a:t>Kondisi</a:t>
            </a:r>
            <a:r>
              <a:rPr lang="en-US" dirty="0"/>
              <a:t> </a:t>
            </a:r>
            <a:r>
              <a:rPr lang="en-US" dirty="0" err="1"/>
              <a:t>lapangan</a:t>
            </a:r>
            <a:r>
              <a:rPr lang="en-US" dirty="0"/>
              <a:t> </a:t>
            </a:r>
            <a:r>
              <a:rPr lang="en-US" dirty="0" err="1"/>
              <a:t>dimana</a:t>
            </a:r>
            <a:r>
              <a:rPr lang="en-US" dirty="0"/>
              <a:t> </a:t>
            </a:r>
            <a:r>
              <a:rPr lang="en-US" dirty="0" err="1"/>
              <a:t>nantinya</a:t>
            </a:r>
            <a:r>
              <a:rPr lang="en-US" dirty="0"/>
              <a:t> </a:t>
            </a:r>
            <a:r>
              <a:rPr lang="en-US" dirty="0" err="1"/>
              <a:t>lokasi</a:t>
            </a:r>
            <a:r>
              <a:rPr lang="en-US" dirty="0"/>
              <a:t> </a:t>
            </a:r>
            <a:endParaRPr lang="en-US" dirty="0" smtClean="0"/>
          </a:p>
          <a:p>
            <a:pPr algn="l"/>
            <a:r>
              <a:rPr lang="en-US" dirty="0" err="1" smtClean="0"/>
              <a:t>tersebut</a:t>
            </a:r>
            <a:r>
              <a:rPr lang="en-US" dirty="0" smtClean="0"/>
              <a:t> </a:t>
            </a:r>
            <a:r>
              <a:rPr lang="en-US" dirty="0" err="1"/>
              <a:t>akan</a:t>
            </a:r>
            <a:r>
              <a:rPr lang="en-US" dirty="0"/>
              <a:t> </a:t>
            </a:r>
            <a:r>
              <a:rPr lang="en-US" dirty="0" err="1"/>
              <a:t>digunakan</a:t>
            </a:r>
            <a:r>
              <a:rPr lang="en-US" dirty="0"/>
              <a:t> </a:t>
            </a:r>
            <a:r>
              <a:rPr lang="en-US" dirty="0" err="1"/>
              <a:t>menjadi</a:t>
            </a:r>
            <a:r>
              <a:rPr lang="en-US" dirty="0"/>
              <a:t> </a:t>
            </a:r>
            <a:r>
              <a:rPr lang="en-US" dirty="0" err="1"/>
              <a:t>lokasi</a:t>
            </a:r>
            <a:r>
              <a:rPr lang="en-US" dirty="0"/>
              <a:t> </a:t>
            </a:r>
            <a:r>
              <a:rPr lang="en-US" dirty="0" err="1"/>
              <a:t>pemasangan</a:t>
            </a:r>
            <a:r>
              <a:rPr lang="en-US" dirty="0"/>
              <a:t> </a:t>
            </a:r>
            <a:r>
              <a:rPr lang="en-US" dirty="0" smtClean="0"/>
              <a:t>PLTS.</a:t>
            </a:r>
          </a:p>
          <a:p>
            <a:pPr algn="l"/>
            <a:endParaRPr lang="en-US"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1377" y="1995686"/>
            <a:ext cx="2724150" cy="21602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8264" y="0"/>
            <a:ext cx="2353699" cy="1152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1638226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0" y="51470"/>
            <a:ext cx="9144000" cy="4896544"/>
          </a:xfrm>
        </p:spPr>
        <p:txBody>
          <a:bodyPr anchor="ctr"/>
          <a:lstStyle/>
          <a:p>
            <a:endParaRPr lang="en-US" dirty="0" smtClean="0"/>
          </a:p>
          <a:p>
            <a:endParaRPr lang="en-US" dirty="0"/>
          </a:p>
          <a:p>
            <a:endParaRPr lang="en-US" dirty="0" smtClean="0"/>
          </a:p>
          <a:p>
            <a:endParaRPr lang="en-US" dirty="0" smtClean="0"/>
          </a:p>
          <a:p>
            <a:endParaRPr lang="en-US" dirty="0"/>
          </a:p>
          <a:p>
            <a:r>
              <a:rPr lang="en-US" sz="2400" dirty="0" smtClean="0"/>
              <a:t>       </a:t>
            </a:r>
            <a:r>
              <a:rPr lang="en-US" sz="2400" dirty="0" smtClean="0"/>
              <a:t>SEKIAN DAN TERIMA </a:t>
            </a:r>
            <a:r>
              <a:rPr lang="en-US" sz="2400" dirty="0" smtClean="0"/>
              <a:t>KASIH…</a:t>
            </a:r>
            <a:endParaRPr lang="en-US" sz="2400" dirty="0"/>
          </a:p>
        </p:txBody>
      </p:sp>
      <p:pic>
        <p:nvPicPr>
          <p:cNvPr id="194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7864" y="411510"/>
            <a:ext cx="2615753" cy="2474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8264" y="0"/>
            <a:ext cx="2273672" cy="1112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5586579"/>
      </p:ext>
    </p:extLst>
  </p:cSld>
  <p:clrMapOvr>
    <a:masterClrMapping/>
  </p:clrMapOvr>
  <p:timing>
    <p:tnLst>
      <p:par>
        <p:cTn id="1" dur="indefinite" restart="never" nodeType="tmRoot"/>
      </p:par>
    </p:tnLst>
  </p:timing>
</p:sld>
</file>

<file path=ppt/theme/theme1.xml><?xml version="1.0" encoding="utf-8"?>
<a:theme xmlns:a="http://schemas.openxmlformats.org/drawingml/2006/main" name="Cover and End Slide Master">
  <a:themeElements>
    <a:clrScheme name="ALLPPT-COLOR-A19">
      <a:dk1>
        <a:sysClr val="windowText" lastClr="000000"/>
      </a:dk1>
      <a:lt1>
        <a:sysClr val="window" lastClr="FFFFFF"/>
      </a:lt1>
      <a:dk2>
        <a:srgbClr val="1F497D"/>
      </a:dk2>
      <a:lt2>
        <a:srgbClr val="EEECE1"/>
      </a:lt2>
      <a:accent1>
        <a:srgbClr val="32AEB8"/>
      </a:accent1>
      <a:accent2>
        <a:srgbClr val="F2A40D"/>
      </a:accent2>
      <a:accent3>
        <a:srgbClr val="32AEB8"/>
      </a:accent3>
      <a:accent4>
        <a:srgbClr val="F2A40D"/>
      </a:accent4>
      <a:accent5>
        <a:srgbClr val="32AEB8"/>
      </a:accent5>
      <a:accent6>
        <a:srgbClr val="F2A40D"/>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Master">
  <a:themeElements>
    <a:clrScheme name="ALLPPT-COLOR-A19">
      <a:dk1>
        <a:sysClr val="windowText" lastClr="000000"/>
      </a:dk1>
      <a:lt1>
        <a:sysClr val="window" lastClr="FFFFFF"/>
      </a:lt1>
      <a:dk2>
        <a:srgbClr val="1F497D"/>
      </a:dk2>
      <a:lt2>
        <a:srgbClr val="EEECE1"/>
      </a:lt2>
      <a:accent1>
        <a:srgbClr val="32AEB8"/>
      </a:accent1>
      <a:accent2>
        <a:srgbClr val="F2A40D"/>
      </a:accent2>
      <a:accent3>
        <a:srgbClr val="32AEB8"/>
      </a:accent3>
      <a:accent4>
        <a:srgbClr val="F2A40D"/>
      </a:accent4>
      <a:accent5>
        <a:srgbClr val="32AEB8"/>
      </a:accent5>
      <a:accent6>
        <a:srgbClr val="F2A40D"/>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2AEB8"/>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Section Break Slide Master">
  <a:themeElements>
    <a:clrScheme name="ALLPPT-COLOR-A19">
      <a:dk1>
        <a:sysClr val="windowText" lastClr="000000"/>
      </a:dk1>
      <a:lt1>
        <a:sysClr val="window" lastClr="FFFFFF"/>
      </a:lt1>
      <a:dk2>
        <a:srgbClr val="1F497D"/>
      </a:dk2>
      <a:lt2>
        <a:srgbClr val="EEECE1"/>
      </a:lt2>
      <a:accent1>
        <a:srgbClr val="32AEB8"/>
      </a:accent1>
      <a:accent2>
        <a:srgbClr val="F2A40D"/>
      </a:accent2>
      <a:accent3>
        <a:srgbClr val="32AEB8"/>
      </a:accent3>
      <a:accent4>
        <a:srgbClr val="F2A40D"/>
      </a:accent4>
      <a:accent5>
        <a:srgbClr val="32AEB8"/>
      </a:accent5>
      <a:accent6>
        <a:srgbClr val="F2A40D"/>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6182</TotalTime>
  <Words>893</Words>
  <Application>Microsoft Office PowerPoint</Application>
  <PresentationFormat>On-screen Show (16:9)</PresentationFormat>
  <Paragraphs>270</Paragraphs>
  <Slides>23</Slides>
  <Notes>2</Notes>
  <HiddenSlides>0</HiddenSlides>
  <MMClips>0</MMClips>
  <ScaleCrop>false</ScaleCrop>
  <HeadingPairs>
    <vt:vector size="4" baseType="variant">
      <vt:variant>
        <vt:lpstr>Theme</vt:lpstr>
      </vt:variant>
      <vt:variant>
        <vt:i4>3</vt:i4>
      </vt:variant>
      <vt:variant>
        <vt:lpstr>Slide Titles</vt:lpstr>
      </vt:variant>
      <vt:variant>
        <vt:i4>23</vt:i4>
      </vt:variant>
    </vt:vector>
  </HeadingPairs>
  <TitlesOfParts>
    <vt:vector size="26" baseType="lpstr">
      <vt:lpstr>Cover and End Slide Master</vt:lpstr>
      <vt:lpstr>Contents Slide Master</vt:lpstr>
      <vt:lpstr>Section Break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uaer</cp:lastModifiedBy>
  <cp:revision>123</cp:revision>
  <dcterms:created xsi:type="dcterms:W3CDTF">2016-12-05T23:26:54Z</dcterms:created>
  <dcterms:modified xsi:type="dcterms:W3CDTF">2021-10-28T02:41:35Z</dcterms:modified>
</cp:coreProperties>
</file>